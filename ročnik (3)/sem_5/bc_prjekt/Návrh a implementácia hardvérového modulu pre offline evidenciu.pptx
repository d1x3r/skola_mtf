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7" r:id="rId2"/>
  </p:sldMasterIdLst>
  <p:notesMasterIdLst>
    <p:notesMasterId r:id="rId11"/>
  </p:notesMasterIdLst>
  <p:sldIdLst>
    <p:sldId id="257" r:id="rId3"/>
    <p:sldId id="260" r:id="rId4"/>
    <p:sldId id="259" r:id="rId5"/>
    <p:sldId id="261" r:id="rId6"/>
    <p:sldId id="263" r:id="rId7"/>
    <p:sldId id="265" r:id="rId8"/>
    <p:sldId id="266" r:id="rId9"/>
    <p:sldId id="267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Predvolená sekcia" id="{5C4DCA1A-9634-42B8-B370-EEBB1333054F}">
          <p14:sldIdLst>
            <p14:sldId id="257"/>
            <p14:sldId id="260"/>
            <p14:sldId id="259"/>
            <p14:sldId id="261"/>
            <p14:sldId id="263"/>
            <p14:sldId id="265"/>
            <p14:sldId id="266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B7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3099" autoAdjust="0"/>
  </p:normalViewPr>
  <p:slideViewPr>
    <p:cSldViewPr snapToGrid="0">
      <p:cViewPr>
        <p:scale>
          <a:sx n="100" d="100"/>
          <a:sy n="100" d="100"/>
        </p:scale>
        <p:origin x="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217F69-774C-4473-9B5C-35B334204F17}" type="datetimeFigureOut">
              <a:rPr lang="sk-SK" smtClean="0"/>
              <a:t>26.11.2025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04F2C1-016B-4FE1-A0FE-CDAC1920C16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01408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33f970efa5_7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33f970efa5_7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0EA6BF58-EC28-2160-EFD9-F7BDB03FE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33f970efa5_7_121:notes">
            <a:extLst>
              <a:ext uri="{FF2B5EF4-FFF2-40B4-BE49-F238E27FC236}">
                <a16:creationId xmlns:a16="http://schemas.microsoft.com/office/drawing/2014/main" id="{D6929AC9-84EF-5378-DC3F-3EBA7E7606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33f970efa5_7_121:notes">
            <a:extLst>
              <a:ext uri="{FF2B5EF4-FFF2-40B4-BE49-F238E27FC236}">
                <a16:creationId xmlns:a16="http://schemas.microsoft.com/office/drawing/2014/main" id="{74CF42ED-E154-44C4-7CF8-81CE518DB1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7545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511067" y="1382617"/>
            <a:ext cx="8626000" cy="26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733">
                <a:solidFill>
                  <a:srgbClr val="F3F3F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511067" y="4409167"/>
            <a:ext cx="7298400" cy="5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0500400" y="5912067"/>
            <a:ext cx="731600" cy="2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2133"/>
            </a:lvl1pPr>
            <a:lvl2pPr lvl="1">
              <a:buNone/>
              <a:defRPr sz="2133"/>
            </a:lvl2pPr>
            <a:lvl3pPr lvl="2">
              <a:buNone/>
              <a:defRPr sz="2133"/>
            </a:lvl3pPr>
            <a:lvl4pPr lvl="3">
              <a:buNone/>
              <a:defRPr sz="2133"/>
            </a:lvl4pPr>
            <a:lvl5pPr lvl="4">
              <a:buNone/>
              <a:defRPr sz="2133"/>
            </a:lvl5pPr>
            <a:lvl6pPr lvl="5">
              <a:buNone/>
              <a:defRPr sz="2133"/>
            </a:lvl6pPr>
            <a:lvl7pPr lvl="6">
              <a:buNone/>
              <a:defRPr sz="2133"/>
            </a:lvl7pPr>
            <a:lvl8pPr lvl="7">
              <a:buNone/>
              <a:defRPr sz="2133"/>
            </a:lvl8pPr>
            <a:lvl9pPr lvl="8">
              <a:buNone/>
              <a:defRPr sz="2133"/>
            </a:lvl9pPr>
          </a:lstStyle>
          <a:p>
            <a:fld id="{764701D9-3D55-4290-AB0F-D5CBCC3CC9A1}" type="slidenum">
              <a:rPr lang="sk-SK" smtClean="0"/>
              <a:t>‹#›</a:t>
            </a:fld>
            <a:endParaRPr lang="sk-SK"/>
          </a:p>
        </p:txBody>
      </p:sp>
      <p:sp>
        <p:nvSpPr>
          <p:cNvPr id="13" name="Google Shape;13;p2"/>
          <p:cNvSpPr/>
          <p:nvPr/>
        </p:nvSpPr>
        <p:spPr>
          <a:xfrm>
            <a:off x="297730" y="304815"/>
            <a:ext cx="11596541" cy="6244541"/>
          </a:xfrm>
          <a:custGeom>
            <a:avLst/>
            <a:gdLst/>
            <a:ahLst/>
            <a:cxnLst/>
            <a:rect l="l" t="t" r="r" b="b"/>
            <a:pathLst>
              <a:path w="188797" h="101664" fill="none" extrusionOk="0">
                <a:moveTo>
                  <a:pt x="188796" y="101663"/>
                </a:moveTo>
                <a:lnTo>
                  <a:pt x="103793" y="101663"/>
                </a:lnTo>
                <a:lnTo>
                  <a:pt x="97659" y="97510"/>
                </a:lnTo>
                <a:lnTo>
                  <a:pt x="64890" y="97510"/>
                </a:lnTo>
                <a:lnTo>
                  <a:pt x="58419" y="101663"/>
                </a:lnTo>
                <a:lnTo>
                  <a:pt x="0" y="101663"/>
                </a:lnTo>
                <a:lnTo>
                  <a:pt x="0" y="76150"/>
                </a:lnTo>
                <a:lnTo>
                  <a:pt x="4777" y="69787"/>
                </a:lnTo>
                <a:lnTo>
                  <a:pt x="4777" y="45769"/>
                </a:lnTo>
                <a:lnTo>
                  <a:pt x="0" y="39568"/>
                </a:lnTo>
                <a:lnTo>
                  <a:pt x="0" y="9503"/>
                </a:lnTo>
                <a:lnTo>
                  <a:pt x="9856" y="1"/>
                </a:lnTo>
                <a:lnTo>
                  <a:pt x="188796" y="1"/>
                </a:lnTo>
                <a:lnTo>
                  <a:pt x="188796" y="16838"/>
                </a:lnTo>
                <a:lnTo>
                  <a:pt x="184905" y="22864"/>
                </a:lnTo>
                <a:lnTo>
                  <a:pt x="184905" y="46567"/>
                </a:lnTo>
                <a:lnTo>
                  <a:pt x="188796" y="52693"/>
                </a:ln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" name="Google Shape;14;p2"/>
          <p:cNvGrpSpPr/>
          <p:nvPr/>
        </p:nvGrpSpPr>
        <p:grpSpPr>
          <a:xfrm>
            <a:off x="9068105" y="829295"/>
            <a:ext cx="2833372" cy="537384"/>
            <a:chOff x="6787353" y="621971"/>
            <a:chExt cx="2125029" cy="403038"/>
          </a:xfrm>
        </p:grpSpPr>
        <p:sp>
          <p:nvSpPr>
            <p:cNvPr id="15" name="Google Shape;15;p2"/>
            <p:cNvSpPr/>
            <p:nvPr/>
          </p:nvSpPr>
          <p:spPr>
            <a:xfrm rot="10800000">
              <a:off x="6914750" y="684418"/>
              <a:ext cx="1997632" cy="18300"/>
            </a:xfrm>
            <a:custGeom>
              <a:avLst/>
              <a:gdLst/>
              <a:ahLst/>
              <a:cxnLst/>
              <a:rect l="l" t="t" r="r" b="b"/>
              <a:pathLst>
                <a:path w="112022" h="516" extrusionOk="0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16;p2"/>
            <p:cNvSpPr/>
            <p:nvPr/>
          </p:nvSpPr>
          <p:spPr>
            <a:xfrm rot="10800000">
              <a:off x="6787353" y="621971"/>
              <a:ext cx="148871" cy="143201"/>
            </a:xfrm>
            <a:custGeom>
              <a:avLst/>
              <a:gdLst/>
              <a:ahLst/>
              <a:cxnLst/>
              <a:rect l="l" t="t" r="r" b="b"/>
              <a:pathLst>
                <a:path w="3597" h="3460" extrusionOk="0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17;p2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avLst/>
              <a:gdLst/>
              <a:ahLst/>
              <a:cxnLst/>
              <a:rect l="l" t="t" r="r" b="b"/>
              <a:pathLst>
                <a:path w="112022" h="516" extrusionOk="0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8;p2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avLst/>
              <a:gdLst/>
              <a:ahLst/>
              <a:cxnLst/>
              <a:rect l="l" t="t" r="r" b="b"/>
              <a:pathLst>
                <a:path w="3597" h="3460" extrusionOk="0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9;p2"/>
            <p:cNvSpPr/>
            <p:nvPr/>
          </p:nvSpPr>
          <p:spPr>
            <a:xfrm rot="10800000">
              <a:off x="7833330" y="944251"/>
              <a:ext cx="1079052" cy="18300"/>
            </a:xfrm>
            <a:custGeom>
              <a:avLst/>
              <a:gdLst/>
              <a:ahLst/>
              <a:cxnLst/>
              <a:rect l="l" t="t" r="r" b="b"/>
              <a:pathLst>
                <a:path w="112022" h="516" extrusionOk="0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2"/>
            <p:cNvSpPr/>
            <p:nvPr/>
          </p:nvSpPr>
          <p:spPr>
            <a:xfrm rot="10800000">
              <a:off x="7692540" y="881809"/>
              <a:ext cx="148871" cy="143201"/>
            </a:xfrm>
            <a:custGeom>
              <a:avLst/>
              <a:gdLst/>
              <a:ahLst/>
              <a:cxnLst/>
              <a:rect l="l" t="t" r="r" b="b"/>
              <a:pathLst>
                <a:path w="3597" h="3460" extrusionOk="0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726200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1109233" y="1536633"/>
            <a:ext cx="9973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667">
                <a:solidFill>
                  <a:schemeClr val="lt1"/>
                </a:solidFill>
              </a:defRPr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>
                <a:solidFill>
                  <a:schemeClr val="lt1"/>
                </a:solidFill>
              </a:defRPr>
            </a:lvl2pPr>
            <a:lvl3pPr marL="1828754" lvl="2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>
                <a:solidFill>
                  <a:schemeClr val="lt1"/>
                </a:solidFill>
              </a:defRPr>
            </a:lvl3pPr>
            <a:lvl4pPr marL="2438339" lvl="3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>
                <a:solidFill>
                  <a:schemeClr val="lt1"/>
                </a:solidFill>
              </a:defRPr>
            </a:lvl4pPr>
            <a:lvl5pPr marL="3047924" lvl="4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>
                <a:solidFill>
                  <a:schemeClr val="lt1"/>
                </a:solidFill>
              </a:defRPr>
            </a:lvl5pPr>
            <a:lvl6pPr marL="3657509" lvl="5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>
                <a:solidFill>
                  <a:schemeClr val="lt1"/>
                </a:solidFill>
              </a:defRPr>
            </a:lvl6pPr>
            <a:lvl7pPr marL="4267093" lvl="6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>
                <a:solidFill>
                  <a:schemeClr val="lt1"/>
                </a:solidFill>
              </a:defRPr>
            </a:lvl7pPr>
            <a:lvl8pPr marL="4876678" lvl="7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>
                <a:solidFill>
                  <a:schemeClr val="lt1"/>
                </a:solidFill>
              </a:defRPr>
            </a:lvl8pPr>
            <a:lvl9pPr marL="5486263" lvl="8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960000" y="719997"/>
            <a:ext cx="10272000" cy="5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74670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subTitle" idx="1"/>
          </p:nvPr>
        </p:nvSpPr>
        <p:spPr>
          <a:xfrm>
            <a:off x="1830617" y="3428233"/>
            <a:ext cx="3657600" cy="41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2"/>
          </p:nvPr>
        </p:nvSpPr>
        <p:spPr>
          <a:xfrm>
            <a:off x="6703784" y="3428233"/>
            <a:ext cx="3657600" cy="41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3"/>
          </p:nvPr>
        </p:nvSpPr>
        <p:spPr>
          <a:xfrm>
            <a:off x="1830617" y="3844903"/>
            <a:ext cx="3657600" cy="10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4"/>
          </p:nvPr>
        </p:nvSpPr>
        <p:spPr>
          <a:xfrm>
            <a:off x="6703784" y="3844903"/>
            <a:ext cx="3657600" cy="10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960000" y="719997"/>
            <a:ext cx="10272000" cy="5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304815" y="304968"/>
            <a:ext cx="11596787" cy="6244235"/>
          </a:xfrm>
          <a:custGeom>
            <a:avLst/>
            <a:gdLst/>
            <a:ahLst/>
            <a:cxnLst/>
            <a:rect l="l" t="t" r="r" b="b"/>
            <a:pathLst>
              <a:path w="188801" h="101659" fill="none" extrusionOk="0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0" name="Google Shape;40;p5"/>
          <p:cNvGrpSpPr/>
          <p:nvPr/>
        </p:nvGrpSpPr>
        <p:grpSpPr>
          <a:xfrm rot="5400000">
            <a:off x="-769497" y="5655623"/>
            <a:ext cx="2230469" cy="190935"/>
            <a:chOff x="7239530" y="753659"/>
            <a:chExt cx="1672852" cy="143201"/>
          </a:xfrm>
        </p:grpSpPr>
        <p:sp>
          <p:nvSpPr>
            <p:cNvPr id="41" name="Google Shape;41;p5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avLst/>
              <a:gdLst/>
              <a:ahLst/>
              <a:cxnLst/>
              <a:rect l="l" t="t" r="r" b="b"/>
              <a:pathLst>
                <a:path w="112022" h="516" extrusionOk="0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42;p5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avLst/>
              <a:gdLst/>
              <a:ahLst/>
              <a:cxnLst/>
              <a:rect l="l" t="t" r="r" b="b"/>
              <a:pathLst>
                <a:path w="3597" h="3460" extrusionOk="0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120617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960000" y="719997"/>
            <a:ext cx="10272000" cy="5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297607" y="306868"/>
            <a:ext cx="11596787" cy="6244235"/>
          </a:xfrm>
          <a:custGeom>
            <a:avLst/>
            <a:gdLst/>
            <a:ahLst/>
            <a:cxnLst/>
            <a:rect l="l" t="t" r="r" b="b"/>
            <a:pathLst>
              <a:path w="188801" h="101659" fill="none" extrusionOk="0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6" name="Google Shape;46;p6"/>
          <p:cNvGrpSpPr/>
          <p:nvPr/>
        </p:nvGrpSpPr>
        <p:grpSpPr>
          <a:xfrm rot="5400000">
            <a:off x="-769497" y="5655623"/>
            <a:ext cx="2230469" cy="190935"/>
            <a:chOff x="7239530" y="753659"/>
            <a:chExt cx="1672852" cy="143201"/>
          </a:xfrm>
        </p:grpSpPr>
        <p:sp>
          <p:nvSpPr>
            <p:cNvPr id="47" name="Google Shape;47;p6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avLst/>
              <a:gdLst/>
              <a:ahLst/>
              <a:cxnLst/>
              <a:rect l="l" t="t" r="r" b="b"/>
              <a:pathLst>
                <a:path w="112022" h="516" extrusionOk="0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48;p6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avLst/>
              <a:gdLst/>
              <a:ahLst/>
              <a:cxnLst/>
              <a:rect l="l" t="t" r="r" b="b"/>
              <a:pathLst>
                <a:path w="3597" h="3460" extrusionOk="0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553638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body" idx="1"/>
          </p:nvPr>
        </p:nvSpPr>
        <p:spPr>
          <a:xfrm>
            <a:off x="1404067" y="1875867"/>
            <a:ext cx="5737200" cy="33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7252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1867">
                <a:solidFill>
                  <a:schemeClr val="lt1"/>
                </a:solidFill>
              </a:defRPr>
            </a:lvl1pPr>
            <a:lvl2pPr marL="1219170" lvl="1" indent="-37252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"/>
              <a:buChar char="○"/>
              <a:defRPr>
                <a:solidFill>
                  <a:schemeClr val="lt1"/>
                </a:solidFill>
              </a:defRPr>
            </a:lvl2pPr>
            <a:lvl3pPr marL="1828754" lvl="2" indent="-37252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"/>
              <a:buChar char="■"/>
              <a:defRPr>
                <a:solidFill>
                  <a:schemeClr val="lt1"/>
                </a:solidFill>
              </a:defRPr>
            </a:lvl3pPr>
            <a:lvl4pPr marL="2438339" lvl="3" indent="-37252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"/>
              <a:buChar char="●"/>
              <a:defRPr>
                <a:solidFill>
                  <a:schemeClr val="lt1"/>
                </a:solidFill>
              </a:defRPr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Char char="○"/>
              <a:defRPr>
                <a:solidFill>
                  <a:schemeClr val="lt1"/>
                </a:solidFill>
              </a:defRPr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Char char="■"/>
              <a:defRPr>
                <a:solidFill>
                  <a:schemeClr val="lt1"/>
                </a:solidFill>
              </a:defRPr>
            </a:lvl6pPr>
            <a:lvl7pPr marL="4267093" lvl="6" indent="-36405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pen Sans"/>
              <a:buChar char="●"/>
              <a:defRPr>
                <a:solidFill>
                  <a:schemeClr val="lt1"/>
                </a:solidFill>
              </a:defRPr>
            </a:lvl7pPr>
            <a:lvl8pPr marL="4876678" lvl="7" indent="-36405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pen Sans"/>
              <a:buChar char="○"/>
              <a:defRPr>
                <a:solidFill>
                  <a:schemeClr val="lt1"/>
                </a:solidFill>
              </a:defRPr>
            </a:lvl8pPr>
            <a:lvl9pPr marL="5486263" lvl="8" indent="-35559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Open Sans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960000" y="719997"/>
            <a:ext cx="10272000" cy="5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 flipH="1">
            <a:off x="304815" y="304968"/>
            <a:ext cx="11596787" cy="6244235"/>
          </a:xfrm>
          <a:custGeom>
            <a:avLst/>
            <a:gdLst/>
            <a:ahLst/>
            <a:cxnLst/>
            <a:rect l="l" t="t" r="r" b="b"/>
            <a:pathLst>
              <a:path w="188801" h="101659" fill="none" extrusionOk="0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3" name="Google Shape;53;p7"/>
          <p:cNvGrpSpPr/>
          <p:nvPr/>
        </p:nvGrpSpPr>
        <p:grpSpPr>
          <a:xfrm rot="5400000">
            <a:off x="10842635" y="5655623"/>
            <a:ext cx="2230469" cy="190935"/>
            <a:chOff x="7239530" y="753659"/>
            <a:chExt cx="1672852" cy="143201"/>
          </a:xfrm>
        </p:grpSpPr>
        <p:sp>
          <p:nvSpPr>
            <p:cNvPr id="54" name="Google Shape;54;p7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avLst/>
              <a:gdLst/>
              <a:ahLst/>
              <a:cxnLst/>
              <a:rect l="l" t="t" r="r" b="b"/>
              <a:pathLst>
                <a:path w="112022" h="516" extrusionOk="0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55;p7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avLst/>
              <a:gdLst/>
              <a:ahLst/>
              <a:cxnLst/>
              <a:rect l="l" t="t" r="r" b="b"/>
              <a:pathLst>
                <a:path w="3597" h="3460" extrusionOk="0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454205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1850800" y="1742800"/>
            <a:ext cx="84904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666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10500400" y="5917887"/>
            <a:ext cx="731600" cy="227200"/>
          </a:xfrm>
          <a:prstGeom prst="rect">
            <a:avLst/>
          </a:prstGeom>
          <a:effectLst>
            <a:outerShdw blurRad="57150" dist="19050" dir="5400000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2133"/>
            </a:lvl1pPr>
            <a:lvl2pPr lvl="1" rtl="0">
              <a:buNone/>
              <a:defRPr sz="2133"/>
            </a:lvl2pPr>
            <a:lvl3pPr lvl="2" rtl="0">
              <a:buNone/>
              <a:defRPr sz="2133"/>
            </a:lvl3pPr>
            <a:lvl4pPr lvl="3" rtl="0">
              <a:buNone/>
              <a:defRPr sz="2133"/>
            </a:lvl4pPr>
            <a:lvl5pPr lvl="4" rtl="0">
              <a:buNone/>
              <a:defRPr sz="2133"/>
            </a:lvl5pPr>
            <a:lvl6pPr lvl="5" rtl="0">
              <a:buNone/>
              <a:defRPr sz="2133"/>
            </a:lvl6pPr>
            <a:lvl7pPr lvl="6" rtl="0">
              <a:buNone/>
              <a:defRPr sz="2133"/>
            </a:lvl7pPr>
            <a:lvl8pPr lvl="7" rtl="0">
              <a:buNone/>
              <a:defRPr sz="2133"/>
            </a:lvl8pPr>
            <a:lvl9pPr lvl="8" rtl="0">
              <a:buNone/>
              <a:defRPr sz="2133"/>
            </a:lvl9pPr>
          </a:lstStyle>
          <a:p>
            <a:fld id="{764701D9-3D55-4290-AB0F-D5CBCC3CC9A1}" type="slidenum">
              <a:rPr lang="sk-SK" smtClean="0"/>
              <a:t>‹#›</a:t>
            </a:fld>
            <a:endParaRPr lang="sk-SK"/>
          </a:p>
        </p:txBody>
      </p:sp>
      <p:sp>
        <p:nvSpPr>
          <p:cNvPr id="59" name="Google Shape;59;p8"/>
          <p:cNvSpPr/>
          <p:nvPr/>
        </p:nvSpPr>
        <p:spPr>
          <a:xfrm rot="10800000">
            <a:off x="297730" y="304815"/>
            <a:ext cx="11596541" cy="6244541"/>
          </a:xfrm>
          <a:custGeom>
            <a:avLst/>
            <a:gdLst/>
            <a:ahLst/>
            <a:cxnLst/>
            <a:rect l="l" t="t" r="r" b="b"/>
            <a:pathLst>
              <a:path w="188797" h="101664" fill="none" extrusionOk="0">
                <a:moveTo>
                  <a:pt x="188796" y="101663"/>
                </a:moveTo>
                <a:lnTo>
                  <a:pt x="103793" y="101663"/>
                </a:lnTo>
                <a:lnTo>
                  <a:pt x="97659" y="97510"/>
                </a:lnTo>
                <a:lnTo>
                  <a:pt x="64890" y="97510"/>
                </a:lnTo>
                <a:lnTo>
                  <a:pt x="58419" y="101663"/>
                </a:lnTo>
                <a:lnTo>
                  <a:pt x="0" y="101663"/>
                </a:lnTo>
                <a:lnTo>
                  <a:pt x="0" y="76150"/>
                </a:lnTo>
                <a:lnTo>
                  <a:pt x="4777" y="69787"/>
                </a:lnTo>
                <a:lnTo>
                  <a:pt x="4777" y="45769"/>
                </a:lnTo>
                <a:lnTo>
                  <a:pt x="0" y="39568"/>
                </a:lnTo>
                <a:lnTo>
                  <a:pt x="0" y="9503"/>
                </a:lnTo>
                <a:lnTo>
                  <a:pt x="9856" y="1"/>
                </a:lnTo>
                <a:lnTo>
                  <a:pt x="188796" y="1"/>
                </a:lnTo>
                <a:lnTo>
                  <a:pt x="188796" y="16838"/>
                </a:lnTo>
                <a:lnTo>
                  <a:pt x="184905" y="22864"/>
                </a:lnTo>
                <a:lnTo>
                  <a:pt x="184905" y="46567"/>
                </a:lnTo>
                <a:lnTo>
                  <a:pt x="188796" y="52693"/>
                </a:ln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128556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3189200" y="1572600"/>
            <a:ext cx="5813600" cy="179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1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ubTitle" idx="1"/>
          </p:nvPr>
        </p:nvSpPr>
        <p:spPr>
          <a:xfrm>
            <a:off x="3189200" y="3571000"/>
            <a:ext cx="5813600" cy="17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10500400" y="5917887"/>
            <a:ext cx="731600" cy="227200"/>
          </a:xfrm>
          <a:prstGeom prst="rect">
            <a:avLst/>
          </a:prstGeom>
          <a:effectLst>
            <a:outerShdw blurRad="57150" dist="19050" dir="5400000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2133"/>
            </a:lvl1pPr>
            <a:lvl2pPr lvl="1" rtl="0">
              <a:buNone/>
              <a:defRPr sz="2133"/>
            </a:lvl2pPr>
            <a:lvl3pPr lvl="2" rtl="0">
              <a:buNone/>
              <a:defRPr sz="2133"/>
            </a:lvl3pPr>
            <a:lvl4pPr lvl="3" rtl="0">
              <a:buNone/>
              <a:defRPr sz="2133"/>
            </a:lvl4pPr>
            <a:lvl5pPr lvl="4" rtl="0">
              <a:buNone/>
              <a:defRPr sz="2133"/>
            </a:lvl5pPr>
            <a:lvl6pPr lvl="5" rtl="0">
              <a:buNone/>
              <a:defRPr sz="2133"/>
            </a:lvl6pPr>
            <a:lvl7pPr lvl="6" rtl="0">
              <a:buNone/>
              <a:defRPr sz="2133"/>
            </a:lvl7pPr>
            <a:lvl8pPr lvl="7" rtl="0">
              <a:buNone/>
              <a:defRPr sz="2133"/>
            </a:lvl8pPr>
            <a:lvl9pPr lvl="8" rtl="0">
              <a:buNone/>
              <a:defRPr sz="2133"/>
            </a:lvl9pPr>
          </a:lstStyle>
          <a:p>
            <a:fld id="{764701D9-3D55-4290-AB0F-D5CBCC3CC9A1}" type="slidenum">
              <a:rPr lang="sk-SK" smtClean="0"/>
              <a:t>‹#›</a:t>
            </a:fld>
            <a:endParaRPr lang="sk-SK"/>
          </a:p>
        </p:txBody>
      </p:sp>
      <p:sp>
        <p:nvSpPr>
          <p:cNvPr id="64" name="Google Shape;64;p9"/>
          <p:cNvSpPr/>
          <p:nvPr/>
        </p:nvSpPr>
        <p:spPr>
          <a:xfrm rot="10800000" flipH="1">
            <a:off x="297607" y="304968"/>
            <a:ext cx="11596787" cy="6244235"/>
          </a:xfrm>
          <a:custGeom>
            <a:avLst/>
            <a:gdLst/>
            <a:ahLst/>
            <a:cxnLst/>
            <a:rect l="l" t="t" r="r" b="b"/>
            <a:pathLst>
              <a:path w="188801" h="101659" fill="none" extrusionOk="0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5" name="Google Shape;65;p9"/>
          <p:cNvGrpSpPr/>
          <p:nvPr/>
        </p:nvGrpSpPr>
        <p:grpSpPr>
          <a:xfrm rot="-5400000">
            <a:off x="-769497" y="1019757"/>
            <a:ext cx="2230469" cy="190935"/>
            <a:chOff x="7239530" y="753659"/>
            <a:chExt cx="1672852" cy="143201"/>
          </a:xfrm>
        </p:grpSpPr>
        <p:sp>
          <p:nvSpPr>
            <p:cNvPr id="66" name="Google Shape;66;p9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avLst/>
              <a:gdLst/>
              <a:ahLst/>
              <a:cxnLst/>
              <a:rect l="l" t="t" r="r" b="b"/>
              <a:pathLst>
                <a:path w="112022" h="516" extrusionOk="0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67;p9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avLst/>
              <a:gdLst/>
              <a:ahLst/>
              <a:cxnLst/>
              <a:rect l="l" t="t" r="r" b="b"/>
              <a:pathLst>
                <a:path w="3597" h="3460" extrusionOk="0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509789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 rot="10800000" flipH="1">
            <a:off x="-167" y="0"/>
            <a:ext cx="12192000" cy="6858000"/>
          </a:xfrm>
          <a:prstGeom prst="rect">
            <a:avLst/>
          </a:prstGeom>
          <a:solidFill>
            <a:srgbClr val="426B6A">
              <a:alpha val="4213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" name="Google Shape;70;p10"/>
          <p:cNvSpPr txBox="1">
            <a:spLocks noGrp="1"/>
          </p:cNvSpPr>
          <p:nvPr>
            <p:ph type="title"/>
          </p:nvPr>
        </p:nvSpPr>
        <p:spPr>
          <a:xfrm>
            <a:off x="2054700" y="2591667"/>
            <a:ext cx="8082800" cy="167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500"/>
              <a:buNone/>
              <a:defRPr sz="6667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71" name="Google Shape;71;p10"/>
          <p:cNvSpPr/>
          <p:nvPr/>
        </p:nvSpPr>
        <p:spPr>
          <a:xfrm rot="10800000">
            <a:off x="297730" y="304815"/>
            <a:ext cx="11596541" cy="6244541"/>
          </a:xfrm>
          <a:custGeom>
            <a:avLst/>
            <a:gdLst/>
            <a:ahLst/>
            <a:cxnLst/>
            <a:rect l="l" t="t" r="r" b="b"/>
            <a:pathLst>
              <a:path w="188797" h="101664" fill="none" extrusionOk="0">
                <a:moveTo>
                  <a:pt x="188796" y="101663"/>
                </a:moveTo>
                <a:lnTo>
                  <a:pt x="103793" y="101663"/>
                </a:lnTo>
                <a:lnTo>
                  <a:pt x="97659" y="97510"/>
                </a:lnTo>
                <a:lnTo>
                  <a:pt x="64890" y="97510"/>
                </a:lnTo>
                <a:lnTo>
                  <a:pt x="58419" y="101663"/>
                </a:lnTo>
                <a:lnTo>
                  <a:pt x="0" y="101663"/>
                </a:lnTo>
                <a:lnTo>
                  <a:pt x="0" y="76150"/>
                </a:lnTo>
                <a:lnTo>
                  <a:pt x="4777" y="69787"/>
                </a:lnTo>
                <a:lnTo>
                  <a:pt x="4777" y="45769"/>
                </a:lnTo>
                <a:lnTo>
                  <a:pt x="0" y="39568"/>
                </a:lnTo>
                <a:lnTo>
                  <a:pt x="0" y="9503"/>
                </a:lnTo>
                <a:lnTo>
                  <a:pt x="9856" y="1"/>
                </a:lnTo>
                <a:lnTo>
                  <a:pt x="188796" y="1"/>
                </a:lnTo>
                <a:lnTo>
                  <a:pt x="188796" y="16838"/>
                </a:lnTo>
                <a:lnTo>
                  <a:pt x="184905" y="22864"/>
                </a:lnTo>
                <a:lnTo>
                  <a:pt x="184905" y="46567"/>
                </a:lnTo>
                <a:lnTo>
                  <a:pt x="188796" y="52693"/>
                </a:lnTo>
                <a:close/>
              </a:path>
            </a:pathLst>
          </a:custGeom>
          <a:noFill/>
          <a:ln w="28575" cap="flat" cmpd="sng">
            <a:solidFill>
              <a:schemeClr val="lt1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273416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712000" y="2338984"/>
            <a:ext cx="8768000" cy="150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712000" y="3847400"/>
            <a:ext cx="8768000" cy="6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ldNum" idx="12"/>
          </p:nvPr>
        </p:nvSpPr>
        <p:spPr>
          <a:xfrm>
            <a:off x="10500400" y="5917887"/>
            <a:ext cx="731600" cy="227200"/>
          </a:xfrm>
          <a:prstGeom prst="rect">
            <a:avLst/>
          </a:prstGeom>
          <a:effectLst>
            <a:outerShdw blurRad="57150" dist="19050" dir="5400000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2133"/>
            </a:lvl1pPr>
            <a:lvl2pPr lvl="1" rtl="0">
              <a:buNone/>
              <a:defRPr sz="2133"/>
            </a:lvl2pPr>
            <a:lvl3pPr lvl="2" rtl="0">
              <a:buNone/>
              <a:defRPr sz="2133"/>
            </a:lvl3pPr>
            <a:lvl4pPr lvl="3" rtl="0">
              <a:buNone/>
              <a:defRPr sz="2133"/>
            </a:lvl4pPr>
            <a:lvl5pPr lvl="4" rtl="0">
              <a:buNone/>
              <a:defRPr sz="2133"/>
            </a:lvl5pPr>
            <a:lvl6pPr lvl="5" rtl="0">
              <a:buNone/>
              <a:defRPr sz="2133"/>
            </a:lvl6pPr>
            <a:lvl7pPr lvl="6" rtl="0">
              <a:buNone/>
              <a:defRPr sz="2133"/>
            </a:lvl7pPr>
            <a:lvl8pPr lvl="7" rtl="0">
              <a:buNone/>
              <a:defRPr sz="2133"/>
            </a:lvl8pPr>
            <a:lvl9pPr lvl="8" rtl="0">
              <a:buNone/>
              <a:defRPr sz="2133"/>
            </a:lvl9pPr>
          </a:lstStyle>
          <a:p>
            <a:fld id="{764701D9-3D55-4290-AB0F-D5CBCC3CC9A1}" type="slidenum">
              <a:rPr lang="sk-SK" smtClean="0"/>
              <a:t>‹#›</a:t>
            </a:fld>
            <a:endParaRPr lang="sk-SK"/>
          </a:p>
        </p:txBody>
      </p:sp>
      <p:sp>
        <p:nvSpPr>
          <p:cNvPr id="76" name="Google Shape;76;p11"/>
          <p:cNvSpPr/>
          <p:nvPr/>
        </p:nvSpPr>
        <p:spPr>
          <a:xfrm rot="10800000" flipH="1">
            <a:off x="297614" y="306884"/>
            <a:ext cx="11596787" cy="6244235"/>
          </a:xfrm>
          <a:custGeom>
            <a:avLst/>
            <a:gdLst/>
            <a:ahLst/>
            <a:cxnLst/>
            <a:rect l="l" t="t" r="r" b="b"/>
            <a:pathLst>
              <a:path w="188801" h="101659" fill="none" extrusionOk="0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7" name="Google Shape;77;p11"/>
          <p:cNvGrpSpPr/>
          <p:nvPr/>
        </p:nvGrpSpPr>
        <p:grpSpPr>
          <a:xfrm rot="5400000" flipH="1">
            <a:off x="-769497" y="1019935"/>
            <a:ext cx="2230469" cy="190935"/>
            <a:chOff x="7239530" y="753659"/>
            <a:chExt cx="1672852" cy="143201"/>
          </a:xfrm>
        </p:grpSpPr>
        <p:sp>
          <p:nvSpPr>
            <p:cNvPr id="78" name="Google Shape;78;p11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avLst/>
              <a:gdLst/>
              <a:ahLst/>
              <a:cxnLst/>
              <a:rect l="l" t="t" r="r" b="b"/>
              <a:pathLst>
                <a:path w="112022" h="516" extrusionOk="0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79;p11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avLst/>
              <a:gdLst/>
              <a:ahLst/>
              <a:cxnLst/>
              <a:rect l="l" t="t" r="r" b="b"/>
              <a:pathLst>
                <a:path w="3597" h="3460" extrusionOk="0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241355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44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>
            <a:spLocks noGrp="1"/>
          </p:cNvSpPr>
          <p:nvPr>
            <p:ph type="title"/>
          </p:nvPr>
        </p:nvSpPr>
        <p:spPr>
          <a:xfrm>
            <a:off x="960000" y="719997"/>
            <a:ext cx="10272000" cy="5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83" name="Google Shape;83;p13"/>
          <p:cNvSpPr/>
          <p:nvPr/>
        </p:nvSpPr>
        <p:spPr>
          <a:xfrm flipH="1">
            <a:off x="304823" y="304968"/>
            <a:ext cx="11596787" cy="6244235"/>
          </a:xfrm>
          <a:custGeom>
            <a:avLst/>
            <a:gdLst/>
            <a:ahLst/>
            <a:cxnLst/>
            <a:rect l="l" t="t" r="r" b="b"/>
            <a:pathLst>
              <a:path w="188801" h="101659" fill="none" extrusionOk="0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4" name="Google Shape;84;p13"/>
          <p:cNvGrpSpPr/>
          <p:nvPr/>
        </p:nvGrpSpPr>
        <p:grpSpPr>
          <a:xfrm rot="-5400000" flipH="1">
            <a:off x="10690899" y="5655623"/>
            <a:ext cx="2230469" cy="190935"/>
            <a:chOff x="7239530" y="753659"/>
            <a:chExt cx="1672852" cy="143201"/>
          </a:xfrm>
        </p:grpSpPr>
        <p:sp>
          <p:nvSpPr>
            <p:cNvPr id="85" name="Google Shape;85;p13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avLst/>
              <a:gdLst/>
              <a:ahLst/>
              <a:cxnLst/>
              <a:rect l="l" t="t" r="r" b="b"/>
              <a:pathLst>
                <a:path w="112022" h="516" extrusionOk="0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avLst/>
              <a:gdLst/>
              <a:ahLst/>
              <a:cxnLst/>
              <a:rect l="l" t="t" r="r" b="b"/>
              <a:pathLst>
                <a:path w="3597" h="3460" extrusionOk="0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sldNum" idx="12"/>
          </p:nvPr>
        </p:nvSpPr>
        <p:spPr>
          <a:xfrm>
            <a:off x="10500400" y="5917887"/>
            <a:ext cx="731600" cy="227200"/>
          </a:xfrm>
          <a:prstGeom prst="rect">
            <a:avLst/>
          </a:prstGeom>
          <a:effectLst>
            <a:outerShdw blurRad="57150" dist="19050" dir="5400000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2133"/>
            </a:lvl1pPr>
            <a:lvl2pPr lvl="1" rtl="0">
              <a:buNone/>
              <a:defRPr sz="2133"/>
            </a:lvl2pPr>
            <a:lvl3pPr lvl="2" rtl="0">
              <a:buNone/>
              <a:defRPr sz="2133"/>
            </a:lvl3pPr>
            <a:lvl4pPr lvl="3" rtl="0">
              <a:buNone/>
              <a:defRPr sz="2133"/>
            </a:lvl4pPr>
            <a:lvl5pPr lvl="4" rtl="0">
              <a:buNone/>
              <a:defRPr sz="2133"/>
            </a:lvl5pPr>
            <a:lvl6pPr lvl="5" rtl="0">
              <a:buNone/>
              <a:defRPr sz="2133"/>
            </a:lvl6pPr>
            <a:lvl7pPr lvl="6" rtl="0">
              <a:buNone/>
              <a:defRPr sz="2133"/>
            </a:lvl7pPr>
            <a:lvl8pPr lvl="7" rtl="0">
              <a:buNone/>
              <a:defRPr sz="2133"/>
            </a:lvl8pPr>
            <a:lvl9pPr lvl="8" rtl="0">
              <a:buNone/>
              <a:defRPr sz="2133"/>
            </a:lvl9pPr>
          </a:lstStyle>
          <a:p>
            <a:fld id="{764701D9-3D55-4290-AB0F-D5CBCC3CC9A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85154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>
            <a:spLocks noGrp="1"/>
          </p:cNvSpPr>
          <p:nvPr>
            <p:ph type="title"/>
          </p:nvPr>
        </p:nvSpPr>
        <p:spPr>
          <a:xfrm>
            <a:off x="960000" y="719997"/>
            <a:ext cx="10272000" cy="5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grpSp>
        <p:nvGrpSpPr>
          <p:cNvPr id="90" name="Google Shape;90;p14"/>
          <p:cNvGrpSpPr/>
          <p:nvPr/>
        </p:nvGrpSpPr>
        <p:grpSpPr>
          <a:xfrm rot="5400000" flipH="1">
            <a:off x="-769497" y="1019935"/>
            <a:ext cx="2230469" cy="190935"/>
            <a:chOff x="7239530" y="753659"/>
            <a:chExt cx="1672852" cy="143201"/>
          </a:xfrm>
        </p:grpSpPr>
        <p:sp>
          <p:nvSpPr>
            <p:cNvPr id="91" name="Google Shape;91;p14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avLst/>
              <a:gdLst/>
              <a:ahLst/>
              <a:cxnLst/>
              <a:rect l="l" t="t" r="r" b="b"/>
              <a:pathLst>
                <a:path w="112022" h="516" extrusionOk="0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92;p14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avLst/>
              <a:gdLst/>
              <a:ahLst/>
              <a:cxnLst/>
              <a:rect l="l" t="t" r="r" b="b"/>
              <a:pathLst>
                <a:path w="3597" h="3460" extrusionOk="0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3" name="Google Shape;93;p14"/>
          <p:cNvSpPr/>
          <p:nvPr/>
        </p:nvSpPr>
        <p:spPr>
          <a:xfrm rot="10800000" flipH="1">
            <a:off x="297607" y="304968"/>
            <a:ext cx="11596787" cy="6244235"/>
          </a:xfrm>
          <a:custGeom>
            <a:avLst/>
            <a:gdLst/>
            <a:ahLst/>
            <a:cxnLst/>
            <a:rect l="l" t="t" r="r" b="b"/>
            <a:pathLst>
              <a:path w="188801" h="101659" fill="none" extrusionOk="0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626237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subTitle" idx="1"/>
          </p:nvPr>
        </p:nvSpPr>
        <p:spPr>
          <a:xfrm>
            <a:off x="2638615" y="1883133"/>
            <a:ext cx="69148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ubTitle" idx="2"/>
          </p:nvPr>
        </p:nvSpPr>
        <p:spPr>
          <a:xfrm>
            <a:off x="2638615" y="3827567"/>
            <a:ext cx="69148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3333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subTitle" idx="3"/>
          </p:nvPr>
        </p:nvSpPr>
        <p:spPr>
          <a:xfrm>
            <a:off x="2638585" y="2492733"/>
            <a:ext cx="69148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subTitle" idx="4"/>
          </p:nvPr>
        </p:nvSpPr>
        <p:spPr>
          <a:xfrm>
            <a:off x="2638585" y="4437167"/>
            <a:ext cx="69148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960000" y="719997"/>
            <a:ext cx="10272000" cy="5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297730" y="304815"/>
            <a:ext cx="11596541" cy="6244541"/>
          </a:xfrm>
          <a:custGeom>
            <a:avLst/>
            <a:gdLst/>
            <a:ahLst/>
            <a:cxnLst/>
            <a:rect l="l" t="t" r="r" b="b"/>
            <a:pathLst>
              <a:path w="188797" h="101664" fill="none" extrusionOk="0">
                <a:moveTo>
                  <a:pt x="188796" y="101663"/>
                </a:moveTo>
                <a:lnTo>
                  <a:pt x="103793" y="101663"/>
                </a:lnTo>
                <a:lnTo>
                  <a:pt x="97659" y="97510"/>
                </a:lnTo>
                <a:lnTo>
                  <a:pt x="64890" y="97510"/>
                </a:lnTo>
                <a:lnTo>
                  <a:pt x="58419" y="101663"/>
                </a:lnTo>
                <a:lnTo>
                  <a:pt x="0" y="101663"/>
                </a:lnTo>
                <a:lnTo>
                  <a:pt x="0" y="76150"/>
                </a:lnTo>
                <a:lnTo>
                  <a:pt x="4777" y="69787"/>
                </a:lnTo>
                <a:lnTo>
                  <a:pt x="4777" y="45769"/>
                </a:lnTo>
                <a:lnTo>
                  <a:pt x="0" y="39568"/>
                </a:lnTo>
                <a:lnTo>
                  <a:pt x="0" y="9503"/>
                </a:lnTo>
                <a:lnTo>
                  <a:pt x="9856" y="1"/>
                </a:lnTo>
                <a:lnTo>
                  <a:pt x="188796" y="1"/>
                </a:lnTo>
                <a:lnTo>
                  <a:pt x="188796" y="16838"/>
                </a:lnTo>
                <a:lnTo>
                  <a:pt x="184905" y="22864"/>
                </a:lnTo>
                <a:lnTo>
                  <a:pt x="184905" y="46567"/>
                </a:lnTo>
                <a:lnTo>
                  <a:pt x="188796" y="52693"/>
                </a:ln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23521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1814000" y="3350667"/>
            <a:ext cx="8564000" cy="12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8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title" idx="2" hasCustomPrompt="1"/>
          </p:nvPr>
        </p:nvSpPr>
        <p:spPr>
          <a:xfrm>
            <a:off x="4876800" y="1692500"/>
            <a:ext cx="24384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04" name="Google Shape;104;p16"/>
          <p:cNvSpPr txBox="1">
            <a:spLocks noGrp="1"/>
          </p:cNvSpPr>
          <p:nvPr>
            <p:ph type="subTitle" idx="1"/>
          </p:nvPr>
        </p:nvSpPr>
        <p:spPr>
          <a:xfrm>
            <a:off x="1814000" y="4569867"/>
            <a:ext cx="8564000" cy="5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sldNum" idx="12"/>
          </p:nvPr>
        </p:nvSpPr>
        <p:spPr>
          <a:xfrm>
            <a:off x="10500400" y="5917887"/>
            <a:ext cx="731600" cy="227200"/>
          </a:xfrm>
          <a:prstGeom prst="rect">
            <a:avLst/>
          </a:prstGeom>
          <a:effectLst>
            <a:outerShdw blurRad="57150" dist="19050" dir="5400000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2133"/>
            </a:lvl1pPr>
            <a:lvl2pPr lvl="1" rtl="0">
              <a:buNone/>
              <a:defRPr sz="2133"/>
            </a:lvl2pPr>
            <a:lvl3pPr lvl="2" rtl="0">
              <a:buNone/>
              <a:defRPr sz="2133"/>
            </a:lvl3pPr>
            <a:lvl4pPr lvl="3" rtl="0">
              <a:buNone/>
              <a:defRPr sz="2133"/>
            </a:lvl4pPr>
            <a:lvl5pPr lvl="4" rtl="0">
              <a:buNone/>
              <a:defRPr sz="2133"/>
            </a:lvl5pPr>
            <a:lvl6pPr lvl="5" rtl="0">
              <a:buNone/>
              <a:defRPr sz="2133"/>
            </a:lvl6pPr>
            <a:lvl7pPr lvl="6" rtl="0">
              <a:buNone/>
              <a:defRPr sz="2133"/>
            </a:lvl7pPr>
            <a:lvl8pPr lvl="7" rtl="0">
              <a:buNone/>
              <a:defRPr sz="2133"/>
            </a:lvl8pPr>
            <a:lvl9pPr lvl="8" rtl="0">
              <a:buNone/>
              <a:defRPr sz="2133"/>
            </a:lvl9pPr>
          </a:lstStyle>
          <a:p>
            <a:fld id="{764701D9-3D55-4290-AB0F-D5CBCC3CC9A1}" type="slidenum">
              <a:rPr lang="sk-SK" smtClean="0"/>
              <a:t>‹#›</a:t>
            </a:fld>
            <a:endParaRPr lang="sk-SK"/>
          </a:p>
        </p:txBody>
      </p:sp>
      <p:sp>
        <p:nvSpPr>
          <p:cNvPr id="106" name="Google Shape;106;p16"/>
          <p:cNvSpPr/>
          <p:nvPr/>
        </p:nvSpPr>
        <p:spPr>
          <a:xfrm>
            <a:off x="297730" y="304815"/>
            <a:ext cx="11596541" cy="6244541"/>
          </a:xfrm>
          <a:custGeom>
            <a:avLst/>
            <a:gdLst/>
            <a:ahLst/>
            <a:cxnLst/>
            <a:rect l="l" t="t" r="r" b="b"/>
            <a:pathLst>
              <a:path w="188797" h="101664" fill="none" extrusionOk="0">
                <a:moveTo>
                  <a:pt x="188796" y="101663"/>
                </a:moveTo>
                <a:lnTo>
                  <a:pt x="103793" y="101663"/>
                </a:lnTo>
                <a:lnTo>
                  <a:pt x="97659" y="97510"/>
                </a:lnTo>
                <a:lnTo>
                  <a:pt x="64890" y="97510"/>
                </a:lnTo>
                <a:lnTo>
                  <a:pt x="58419" y="101663"/>
                </a:lnTo>
                <a:lnTo>
                  <a:pt x="0" y="101663"/>
                </a:lnTo>
                <a:lnTo>
                  <a:pt x="0" y="76150"/>
                </a:lnTo>
                <a:lnTo>
                  <a:pt x="4777" y="69787"/>
                </a:lnTo>
                <a:lnTo>
                  <a:pt x="4777" y="45769"/>
                </a:lnTo>
                <a:lnTo>
                  <a:pt x="0" y="39568"/>
                </a:lnTo>
                <a:lnTo>
                  <a:pt x="0" y="9503"/>
                </a:lnTo>
                <a:lnTo>
                  <a:pt x="9856" y="1"/>
                </a:lnTo>
                <a:lnTo>
                  <a:pt x="188796" y="1"/>
                </a:lnTo>
                <a:lnTo>
                  <a:pt x="188796" y="16838"/>
                </a:lnTo>
                <a:lnTo>
                  <a:pt x="184905" y="22864"/>
                </a:lnTo>
                <a:lnTo>
                  <a:pt x="184905" y="46567"/>
                </a:lnTo>
                <a:lnTo>
                  <a:pt x="188796" y="52693"/>
                </a:ln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776053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2445692" y="2135417"/>
            <a:ext cx="4903200" cy="12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8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title" idx="2" hasCustomPrompt="1"/>
          </p:nvPr>
        </p:nvSpPr>
        <p:spPr>
          <a:xfrm>
            <a:off x="7663200" y="2446600"/>
            <a:ext cx="1875600" cy="13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10" name="Google Shape;110;p17"/>
          <p:cNvSpPr txBox="1">
            <a:spLocks noGrp="1"/>
          </p:cNvSpPr>
          <p:nvPr>
            <p:ph type="subTitle" idx="1"/>
          </p:nvPr>
        </p:nvSpPr>
        <p:spPr>
          <a:xfrm>
            <a:off x="2445692" y="3354617"/>
            <a:ext cx="49032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sldNum" idx="12"/>
          </p:nvPr>
        </p:nvSpPr>
        <p:spPr>
          <a:xfrm>
            <a:off x="10500400" y="5917887"/>
            <a:ext cx="731600" cy="227200"/>
          </a:xfrm>
          <a:prstGeom prst="rect">
            <a:avLst/>
          </a:prstGeom>
          <a:effectLst>
            <a:outerShdw blurRad="57150" dist="19050" dir="5400000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2133"/>
            </a:lvl1pPr>
            <a:lvl2pPr lvl="1" rtl="0">
              <a:buNone/>
              <a:defRPr sz="2133"/>
            </a:lvl2pPr>
            <a:lvl3pPr lvl="2" rtl="0">
              <a:buNone/>
              <a:defRPr sz="2133"/>
            </a:lvl3pPr>
            <a:lvl4pPr lvl="3" rtl="0">
              <a:buNone/>
              <a:defRPr sz="2133"/>
            </a:lvl4pPr>
            <a:lvl5pPr lvl="4" rtl="0">
              <a:buNone/>
              <a:defRPr sz="2133"/>
            </a:lvl5pPr>
            <a:lvl6pPr lvl="5" rtl="0">
              <a:buNone/>
              <a:defRPr sz="2133"/>
            </a:lvl6pPr>
            <a:lvl7pPr lvl="6" rtl="0">
              <a:buNone/>
              <a:defRPr sz="2133"/>
            </a:lvl7pPr>
            <a:lvl8pPr lvl="7" rtl="0">
              <a:buNone/>
              <a:defRPr sz="2133"/>
            </a:lvl8pPr>
            <a:lvl9pPr lvl="8" rtl="0">
              <a:buNone/>
              <a:defRPr sz="2133"/>
            </a:lvl9pPr>
          </a:lstStyle>
          <a:p>
            <a:fld id="{764701D9-3D55-4290-AB0F-D5CBCC3CC9A1}" type="slidenum">
              <a:rPr lang="sk-SK" smtClean="0"/>
              <a:t>‹#›</a:t>
            </a:fld>
            <a:endParaRPr lang="sk-SK"/>
          </a:p>
        </p:txBody>
      </p:sp>
      <p:sp>
        <p:nvSpPr>
          <p:cNvPr id="112" name="Google Shape;112;p17"/>
          <p:cNvSpPr/>
          <p:nvPr/>
        </p:nvSpPr>
        <p:spPr>
          <a:xfrm rot="10800000">
            <a:off x="297730" y="304815"/>
            <a:ext cx="11596541" cy="6244541"/>
          </a:xfrm>
          <a:custGeom>
            <a:avLst/>
            <a:gdLst/>
            <a:ahLst/>
            <a:cxnLst/>
            <a:rect l="l" t="t" r="r" b="b"/>
            <a:pathLst>
              <a:path w="188797" h="101664" fill="none" extrusionOk="0">
                <a:moveTo>
                  <a:pt x="188796" y="101663"/>
                </a:moveTo>
                <a:lnTo>
                  <a:pt x="103793" y="101663"/>
                </a:lnTo>
                <a:lnTo>
                  <a:pt x="97659" y="97510"/>
                </a:lnTo>
                <a:lnTo>
                  <a:pt x="64890" y="97510"/>
                </a:lnTo>
                <a:lnTo>
                  <a:pt x="58419" y="101663"/>
                </a:lnTo>
                <a:lnTo>
                  <a:pt x="0" y="101663"/>
                </a:lnTo>
                <a:lnTo>
                  <a:pt x="0" y="76150"/>
                </a:lnTo>
                <a:lnTo>
                  <a:pt x="4777" y="69787"/>
                </a:lnTo>
                <a:lnTo>
                  <a:pt x="4777" y="45769"/>
                </a:lnTo>
                <a:lnTo>
                  <a:pt x="0" y="39568"/>
                </a:lnTo>
                <a:lnTo>
                  <a:pt x="0" y="9503"/>
                </a:lnTo>
                <a:lnTo>
                  <a:pt x="9856" y="1"/>
                </a:lnTo>
                <a:lnTo>
                  <a:pt x="188796" y="1"/>
                </a:lnTo>
                <a:lnTo>
                  <a:pt x="188796" y="16838"/>
                </a:lnTo>
                <a:lnTo>
                  <a:pt x="184905" y="22864"/>
                </a:lnTo>
                <a:lnTo>
                  <a:pt x="184905" y="46567"/>
                </a:lnTo>
                <a:lnTo>
                  <a:pt x="188796" y="52693"/>
                </a:ln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62979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2396555" y="1815700"/>
            <a:ext cx="3292000" cy="70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3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title" idx="2" hasCustomPrompt="1"/>
          </p:nvPr>
        </p:nvSpPr>
        <p:spPr>
          <a:xfrm>
            <a:off x="1292533" y="2124492"/>
            <a:ext cx="844800" cy="938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7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16" name="Google Shape;116;p18"/>
          <p:cNvSpPr txBox="1">
            <a:spLocks noGrp="1"/>
          </p:cNvSpPr>
          <p:nvPr>
            <p:ph type="subTitle" idx="1"/>
          </p:nvPr>
        </p:nvSpPr>
        <p:spPr>
          <a:xfrm>
            <a:off x="2396555" y="2522533"/>
            <a:ext cx="3292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title" idx="3"/>
          </p:nvPr>
        </p:nvSpPr>
        <p:spPr>
          <a:xfrm>
            <a:off x="2396555" y="3962940"/>
            <a:ext cx="3296400" cy="70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3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title" idx="4" hasCustomPrompt="1"/>
          </p:nvPr>
        </p:nvSpPr>
        <p:spPr>
          <a:xfrm>
            <a:off x="1292533" y="4268151"/>
            <a:ext cx="844800" cy="938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7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19" name="Google Shape;119;p18"/>
          <p:cNvSpPr txBox="1">
            <a:spLocks noGrp="1"/>
          </p:cNvSpPr>
          <p:nvPr>
            <p:ph type="subTitle" idx="5"/>
          </p:nvPr>
        </p:nvSpPr>
        <p:spPr>
          <a:xfrm>
            <a:off x="2396555" y="4666533"/>
            <a:ext cx="32964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title" idx="6"/>
          </p:nvPr>
        </p:nvSpPr>
        <p:spPr>
          <a:xfrm>
            <a:off x="7690667" y="1812477"/>
            <a:ext cx="3296400" cy="70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3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title" idx="7" hasCustomPrompt="1"/>
          </p:nvPr>
        </p:nvSpPr>
        <p:spPr>
          <a:xfrm>
            <a:off x="6575733" y="2124492"/>
            <a:ext cx="844800" cy="938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7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22" name="Google Shape;122;p18"/>
          <p:cNvSpPr txBox="1">
            <a:spLocks noGrp="1"/>
          </p:cNvSpPr>
          <p:nvPr>
            <p:ph type="subTitle" idx="8"/>
          </p:nvPr>
        </p:nvSpPr>
        <p:spPr>
          <a:xfrm>
            <a:off x="7690667" y="2519316"/>
            <a:ext cx="32964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title" idx="9"/>
          </p:nvPr>
        </p:nvSpPr>
        <p:spPr>
          <a:xfrm>
            <a:off x="7690667" y="3962940"/>
            <a:ext cx="3296400" cy="70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3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124" name="Google Shape;124;p18"/>
          <p:cNvSpPr txBox="1">
            <a:spLocks noGrp="1"/>
          </p:cNvSpPr>
          <p:nvPr>
            <p:ph type="title" idx="13" hasCustomPrompt="1"/>
          </p:nvPr>
        </p:nvSpPr>
        <p:spPr>
          <a:xfrm>
            <a:off x="6575733" y="4268151"/>
            <a:ext cx="844800" cy="938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7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25" name="Google Shape;125;p18"/>
          <p:cNvSpPr txBox="1">
            <a:spLocks noGrp="1"/>
          </p:cNvSpPr>
          <p:nvPr>
            <p:ph type="subTitle" idx="14"/>
          </p:nvPr>
        </p:nvSpPr>
        <p:spPr>
          <a:xfrm>
            <a:off x="7690667" y="4666533"/>
            <a:ext cx="32964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126" name="Google Shape;126;p18"/>
          <p:cNvSpPr txBox="1">
            <a:spLocks noGrp="1"/>
          </p:cNvSpPr>
          <p:nvPr>
            <p:ph type="title" idx="15"/>
          </p:nvPr>
        </p:nvSpPr>
        <p:spPr>
          <a:xfrm>
            <a:off x="960000" y="719997"/>
            <a:ext cx="10272000" cy="5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127" name="Google Shape;127;p18"/>
          <p:cNvSpPr txBox="1">
            <a:spLocks noGrp="1"/>
          </p:cNvSpPr>
          <p:nvPr>
            <p:ph type="sldNum" idx="12"/>
          </p:nvPr>
        </p:nvSpPr>
        <p:spPr>
          <a:xfrm>
            <a:off x="10500400" y="5917887"/>
            <a:ext cx="731600" cy="227200"/>
          </a:xfrm>
          <a:prstGeom prst="rect">
            <a:avLst/>
          </a:prstGeom>
          <a:effectLst>
            <a:outerShdw blurRad="57150" dist="19050" dir="5400000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2133"/>
            </a:lvl1pPr>
            <a:lvl2pPr lvl="1" rtl="0">
              <a:buNone/>
              <a:defRPr sz="2133"/>
            </a:lvl2pPr>
            <a:lvl3pPr lvl="2" rtl="0">
              <a:buNone/>
              <a:defRPr sz="2133"/>
            </a:lvl3pPr>
            <a:lvl4pPr lvl="3" rtl="0">
              <a:buNone/>
              <a:defRPr sz="2133"/>
            </a:lvl4pPr>
            <a:lvl5pPr lvl="4" rtl="0">
              <a:buNone/>
              <a:defRPr sz="2133"/>
            </a:lvl5pPr>
            <a:lvl6pPr lvl="5" rtl="0">
              <a:buNone/>
              <a:defRPr sz="2133"/>
            </a:lvl6pPr>
            <a:lvl7pPr lvl="6" rtl="0">
              <a:buNone/>
              <a:defRPr sz="2133"/>
            </a:lvl7pPr>
            <a:lvl8pPr lvl="7" rtl="0">
              <a:buNone/>
              <a:defRPr sz="2133"/>
            </a:lvl8pPr>
            <a:lvl9pPr lvl="8" rtl="0">
              <a:buNone/>
              <a:defRPr sz="2133"/>
            </a:lvl9pPr>
          </a:lstStyle>
          <a:p>
            <a:fld id="{764701D9-3D55-4290-AB0F-D5CBCC3CC9A1}" type="slidenum">
              <a:rPr lang="sk-SK" smtClean="0"/>
              <a:t>‹#›</a:t>
            </a:fld>
            <a:endParaRPr lang="sk-SK"/>
          </a:p>
        </p:txBody>
      </p:sp>
      <p:sp>
        <p:nvSpPr>
          <p:cNvPr id="128" name="Google Shape;128;p18"/>
          <p:cNvSpPr/>
          <p:nvPr/>
        </p:nvSpPr>
        <p:spPr>
          <a:xfrm>
            <a:off x="297730" y="304815"/>
            <a:ext cx="11596541" cy="6244541"/>
          </a:xfrm>
          <a:custGeom>
            <a:avLst/>
            <a:gdLst/>
            <a:ahLst/>
            <a:cxnLst/>
            <a:rect l="l" t="t" r="r" b="b"/>
            <a:pathLst>
              <a:path w="188797" h="101664" fill="none" extrusionOk="0">
                <a:moveTo>
                  <a:pt x="188796" y="101663"/>
                </a:moveTo>
                <a:lnTo>
                  <a:pt x="103793" y="101663"/>
                </a:lnTo>
                <a:lnTo>
                  <a:pt x="97659" y="97510"/>
                </a:lnTo>
                <a:lnTo>
                  <a:pt x="64890" y="97510"/>
                </a:lnTo>
                <a:lnTo>
                  <a:pt x="58419" y="101663"/>
                </a:lnTo>
                <a:lnTo>
                  <a:pt x="0" y="101663"/>
                </a:lnTo>
                <a:lnTo>
                  <a:pt x="0" y="76150"/>
                </a:lnTo>
                <a:lnTo>
                  <a:pt x="4777" y="69787"/>
                </a:lnTo>
                <a:lnTo>
                  <a:pt x="4777" y="45769"/>
                </a:lnTo>
                <a:lnTo>
                  <a:pt x="0" y="39568"/>
                </a:lnTo>
                <a:lnTo>
                  <a:pt x="0" y="9503"/>
                </a:lnTo>
                <a:lnTo>
                  <a:pt x="9856" y="1"/>
                </a:lnTo>
                <a:lnTo>
                  <a:pt x="188796" y="1"/>
                </a:lnTo>
                <a:lnTo>
                  <a:pt x="188796" y="16838"/>
                </a:lnTo>
                <a:lnTo>
                  <a:pt x="184905" y="22864"/>
                </a:lnTo>
                <a:lnTo>
                  <a:pt x="184905" y="46567"/>
                </a:lnTo>
                <a:lnTo>
                  <a:pt x="188796" y="52693"/>
                </a:ln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8692997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>
            <a:spLocks noGrp="1"/>
          </p:cNvSpPr>
          <p:nvPr>
            <p:ph type="title"/>
          </p:nvPr>
        </p:nvSpPr>
        <p:spPr>
          <a:xfrm>
            <a:off x="2311748" y="4510233"/>
            <a:ext cx="7568400" cy="70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subTitle" idx="1"/>
          </p:nvPr>
        </p:nvSpPr>
        <p:spPr>
          <a:xfrm>
            <a:off x="2311700" y="1435367"/>
            <a:ext cx="7568400" cy="2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10500400" y="5917887"/>
            <a:ext cx="731600" cy="227200"/>
          </a:xfrm>
          <a:prstGeom prst="rect">
            <a:avLst/>
          </a:prstGeom>
          <a:effectLst>
            <a:outerShdw blurRad="57150" dist="19050" dir="5400000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2133"/>
            </a:lvl1pPr>
            <a:lvl2pPr lvl="1" rtl="0">
              <a:buNone/>
              <a:defRPr sz="2133"/>
            </a:lvl2pPr>
            <a:lvl3pPr lvl="2" rtl="0">
              <a:buNone/>
              <a:defRPr sz="2133"/>
            </a:lvl3pPr>
            <a:lvl4pPr lvl="3" rtl="0">
              <a:buNone/>
              <a:defRPr sz="2133"/>
            </a:lvl4pPr>
            <a:lvl5pPr lvl="4" rtl="0">
              <a:buNone/>
              <a:defRPr sz="2133"/>
            </a:lvl5pPr>
            <a:lvl6pPr lvl="5" rtl="0">
              <a:buNone/>
              <a:defRPr sz="2133"/>
            </a:lvl6pPr>
            <a:lvl7pPr lvl="6" rtl="0">
              <a:buNone/>
              <a:defRPr sz="2133"/>
            </a:lvl7pPr>
            <a:lvl8pPr lvl="7" rtl="0">
              <a:buNone/>
              <a:defRPr sz="2133"/>
            </a:lvl8pPr>
            <a:lvl9pPr lvl="8" rtl="0">
              <a:buNone/>
              <a:defRPr sz="2133"/>
            </a:lvl9pPr>
          </a:lstStyle>
          <a:p>
            <a:fld id="{764701D9-3D55-4290-AB0F-D5CBCC3CC9A1}" type="slidenum">
              <a:rPr lang="sk-SK" smtClean="0"/>
              <a:t>‹#›</a:t>
            </a:fld>
            <a:endParaRPr lang="sk-SK"/>
          </a:p>
        </p:txBody>
      </p:sp>
      <p:sp>
        <p:nvSpPr>
          <p:cNvPr id="133" name="Google Shape;133;p19"/>
          <p:cNvSpPr/>
          <p:nvPr/>
        </p:nvSpPr>
        <p:spPr>
          <a:xfrm rot="10800000" flipH="1">
            <a:off x="297515" y="306873"/>
            <a:ext cx="11596787" cy="6244235"/>
          </a:xfrm>
          <a:custGeom>
            <a:avLst/>
            <a:gdLst/>
            <a:ahLst/>
            <a:cxnLst/>
            <a:rect l="l" t="t" r="r" b="b"/>
            <a:pathLst>
              <a:path w="188801" h="101659" fill="none" extrusionOk="0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4" name="Google Shape;134;p19"/>
          <p:cNvGrpSpPr/>
          <p:nvPr/>
        </p:nvGrpSpPr>
        <p:grpSpPr>
          <a:xfrm rot="5400000" flipH="1">
            <a:off x="-769497" y="1019935"/>
            <a:ext cx="2230469" cy="190935"/>
            <a:chOff x="7239530" y="753659"/>
            <a:chExt cx="1672852" cy="143201"/>
          </a:xfrm>
        </p:grpSpPr>
        <p:sp>
          <p:nvSpPr>
            <p:cNvPr id="135" name="Google Shape;135;p19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avLst/>
              <a:gdLst/>
              <a:ahLst/>
              <a:cxnLst/>
              <a:rect l="l" t="t" r="r" b="b"/>
              <a:pathLst>
                <a:path w="112022" h="516" extrusionOk="0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" name="Google Shape;136;p19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avLst/>
              <a:gdLst/>
              <a:ahLst/>
              <a:cxnLst/>
              <a:rect l="l" t="t" r="r" b="b"/>
              <a:pathLst>
                <a:path w="3597" h="3460" extrusionOk="0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3777916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>
            <a:spLocks noGrp="1"/>
          </p:cNvSpPr>
          <p:nvPr>
            <p:ph type="subTitle" idx="1"/>
          </p:nvPr>
        </p:nvSpPr>
        <p:spPr>
          <a:xfrm>
            <a:off x="1888817" y="2636700"/>
            <a:ext cx="4023200" cy="21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139" name="Google Shape;139;p20"/>
          <p:cNvSpPr txBox="1">
            <a:spLocks noGrp="1"/>
          </p:cNvSpPr>
          <p:nvPr>
            <p:ph type="title"/>
          </p:nvPr>
        </p:nvSpPr>
        <p:spPr>
          <a:xfrm>
            <a:off x="960000" y="719997"/>
            <a:ext cx="10272000" cy="5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140" name="Google Shape;140;p20"/>
          <p:cNvSpPr/>
          <p:nvPr/>
        </p:nvSpPr>
        <p:spPr>
          <a:xfrm>
            <a:off x="297614" y="306884"/>
            <a:ext cx="11596787" cy="6244235"/>
          </a:xfrm>
          <a:custGeom>
            <a:avLst/>
            <a:gdLst/>
            <a:ahLst/>
            <a:cxnLst/>
            <a:rect l="l" t="t" r="r" b="b"/>
            <a:pathLst>
              <a:path w="188801" h="101659" fill="none" extrusionOk="0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1" name="Google Shape;141;p20"/>
          <p:cNvGrpSpPr/>
          <p:nvPr/>
        </p:nvGrpSpPr>
        <p:grpSpPr>
          <a:xfrm rot="5400000">
            <a:off x="-769497" y="5655623"/>
            <a:ext cx="2230469" cy="190935"/>
            <a:chOff x="7239530" y="753659"/>
            <a:chExt cx="1672852" cy="143201"/>
          </a:xfrm>
        </p:grpSpPr>
        <p:sp>
          <p:nvSpPr>
            <p:cNvPr id="142" name="Google Shape;142;p20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avLst/>
              <a:gdLst/>
              <a:ahLst/>
              <a:cxnLst/>
              <a:rect l="l" t="t" r="r" b="b"/>
              <a:pathLst>
                <a:path w="112022" h="516" extrusionOk="0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" name="Google Shape;143;p20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avLst/>
              <a:gdLst/>
              <a:ahLst/>
              <a:cxnLst/>
              <a:rect l="l" t="t" r="r" b="b"/>
              <a:pathLst>
                <a:path w="3597" h="3460" extrusionOk="0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7199504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>
            <a:spLocks noGrp="1"/>
          </p:cNvSpPr>
          <p:nvPr>
            <p:ph type="subTitle" idx="1"/>
          </p:nvPr>
        </p:nvSpPr>
        <p:spPr>
          <a:xfrm>
            <a:off x="2625467" y="3984217"/>
            <a:ext cx="6941200" cy="12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146" name="Google Shape;146;p21"/>
          <p:cNvSpPr txBox="1">
            <a:spLocks noGrp="1"/>
          </p:cNvSpPr>
          <p:nvPr>
            <p:ph type="title"/>
          </p:nvPr>
        </p:nvSpPr>
        <p:spPr>
          <a:xfrm>
            <a:off x="960000" y="719997"/>
            <a:ext cx="10272000" cy="5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147" name="Google Shape;147;p21"/>
          <p:cNvSpPr/>
          <p:nvPr/>
        </p:nvSpPr>
        <p:spPr>
          <a:xfrm flipH="1">
            <a:off x="297730" y="304815"/>
            <a:ext cx="11596541" cy="6244541"/>
          </a:xfrm>
          <a:custGeom>
            <a:avLst/>
            <a:gdLst/>
            <a:ahLst/>
            <a:cxnLst/>
            <a:rect l="l" t="t" r="r" b="b"/>
            <a:pathLst>
              <a:path w="188797" h="101664" fill="none" extrusionOk="0">
                <a:moveTo>
                  <a:pt x="188796" y="101663"/>
                </a:moveTo>
                <a:lnTo>
                  <a:pt x="103793" y="101663"/>
                </a:lnTo>
                <a:lnTo>
                  <a:pt x="97659" y="97510"/>
                </a:lnTo>
                <a:lnTo>
                  <a:pt x="64890" y="97510"/>
                </a:lnTo>
                <a:lnTo>
                  <a:pt x="58419" y="101663"/>
                </a:lnTo>
                <a:lnTo>
                  <a:pt x="0" y="101663"/>
                </a:lnTo>
                <a:lnTo>
                  <a:pt x="0" y="76150"/>
                </a:lnTo>
                <a:lnTo>
                  <a:pt x="4777" y="69787"/>
                </a:lnTo>
                <a:lnTo>
                  <a:pt x="4777" y="45769"/>
                </a:lnTo>
                <a:lnTo>
                  <a:pt x="0" y="39568"/>
                </a:lnTo>
                <a:lnTo>
                  <a:pt x="0" y="9503"/>
                </a:lnTo>
                <a:lnTo>
                  <a:pt x="9856" y="1"/>
                </a:lnTo>
                <a:lnTo>
                  <a:pt x="188796" y="1"/>
                </a:lnTo>
                <a:lnTo>
                  <a:pt x="188796" y="16838"/>
                </a:lnTo>
                <a:lnTo>
                  <a:pt x="184905" y="22864"/>
                </a:lnTo>
                <a:lnTo>
                  <a:pt x="184905" y="46567"/>
                </a:lnTo>
                <a:lnTo>
                  <a:pt x="188796" y="52693"/>
                </a:ln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803904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>
            <a:spLocks noGrp="1"/>
          </p:cNvSpPr>
          <p:nvPr>
            <p:ph type="subTitle" idx="1"/>
          </p:nvPr>
        </p:nvSpPr>
        <p:spPr>
          <a:xfrm>
            <a:off x="1317367" y="2662733"/>
            <a:ext cx="4102000" cy="17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150" name="Google Shape;150;p22"/>
          <p:cNvSpPr txBox="1">
            <a:spLocks noGrp="1"/>
          </p:cNvSpPr>
          <p:nvPr>
            <p:ph type="title"/>
          </p:nvPr>
        </p:nvSpPr>
        <p:spPr>
          <a:xfrm>
            <a:off x="960000" y="719997"/>
            <a:ext cx="10272000" cy="5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grpSp>
        <p:nvGrpSpPr>
          <p:cNvPr id="151" name="Google Shape;151;p22"/>
          <p:cNvGrpSpPr/>
          <p:nvPr/>
        </p:nvGrpSpPr>
        <p:grpSpPr>
          <a:xfrm rot="5400000">
            <a:off x="-769497" y="5655623"/>
            <a:ext cx="2230469" cy="190935"/>
            <a:chOff x="7239530" y="753659"/>
            <a:chExt cx="1672852" cy="143201"/>
          </a:xfrm>
        </p:grpSpPr>
        <p:sp>
          <p:nvSpPr>
            <p:cNvPr id="152" name="Google Shape;152;p22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avLst/>
              <a:gdLst/>
              <a:ahLst/>
              <a:cxnLst/>
              <a:rect l="l" t="t" r="r" b="b"/>
              <a:pathLst>
                <a:path w="112022" h="516" extrusionOk="0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" name="Google Shape;153;p22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avLst/>
              <a:gdLst/>
              <a:ahLst/>
              <a:cxnLst/>
              <a:rect l="l" t="t" r="r" b="b"/>
              <a:pathLst>
                <a:path w="3597" h="3460" extrusionOk="0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54" name="Google Shape;154;p22"/>
          <p:cNvSpPr/>
          <p:nvPr/>
        </p:nvSpPr>
        <p:spPr>
          <a:xfrm>
            <a:off x="304815" y="304968"/>
            <a:ext cx="11596787" cy="6244235"/>
          </a:xfrm>
          <a:custGeom>
            <a:avLst/>
            <a:gdLst/>
            <a:ahLst/>
            <a:cxnLst/>
            <a:rect l="l" t="t" r="r" b="b"/>
            <a:pathLst>
              <a:path w="188801" h="101659" fill="none" extrusionOk="0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862189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>
            <a:spLocks noGrp="1"/>
          </p:cNvSpPr>
          <p:nvPr>
            <p:ph type="subTitle" idx="1"/>
          </p:nvPr>
        </p:nvSpPr>
        <p:spPr>
          <a:xfrm>
            <a:off x="6895467" y="2662733"/>
            <a:ext cx="4102000" cy="17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157" name="Google Shape;157;p23"/>
          <p:cNvSpPr txBox="1">
            <a:spLocks noGrp="1"/>
          </p:cNvSpPr>
          <p:nvPr>
            <p:ph type="title"/>
          </p:nvPr>
        </p:nvSpPr>
        <p:spPr>
          <a:xfrm>
            <a:off x="960000" y="719997"/>
            <a:ext cx="10272000" cy="5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158" name="Google Shape;158;p23"/>
          <p:cNvSpPr/>
          <p:nvPr/>
        </p:nvSpPr>
        <p:spPr>
          <a:xfrm flipH="1">
            <a:off x="304815" y="304968"/>
            <a:ext cx="11596787" cy="6244235"/>
          </a:xfrm>
          <a:custGeom>
            <a:avLst/>
            <a:gdLst/>
            <a:ahLst/>
            <a:cxnLst/>
            <a:rect l="l" t="t" r="r" b="b"/>
            <a:pathLst>
              <a:path w="188801" h="101659" fill="none" extrusionOk="0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9" name="Google Shape;159;p23"/>
          <p:cNvGrpSpPr/>
          <p:nvPr/>
        </p:nvGrpSpPr>
        <p:grpSpPr>
          <a:xfrm rot="-5400000" flipH="1">
            <a:off x="10792499" y="5655623"/>
            <a:ext cx="2230469" cy="190935"/>
            <a:chOff x="7239530" y="753659"/>
            <a:chExt cx="1672852" cy="143201"/>
          </a:xfrm>
        </p:grpSpPr>
        <p:sp>
          <p:nvSpPr>
            <p:cNvPr id="160" name="Google Shape;160;p23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avLst/>
              <a:gdLst/>
              <a:ahLst/>
              <a:cxnLst/>
              <a:rect l="l" t="t" r="r" b="b"/>
              <a:pathLst>
                <a:path w="112022" h="516" extrusionOk="0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" name="Google Shape;161;p23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avLst/>
              <a:gdLst/>
              <a:ahLst/>
              <a:cxnLst/>
              <a:rect l="l" t="t" r="r" b="b"/>
              <a:pathLst>
                <a:path w="3597" h="3460" extrusionOk="0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1988496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>
            <a:spLocks noGrp="1"/>
          </p:cNvSpPr>
          <p:nvPr>
            <p:ph type="title"/>
          </p:nvPr>
        </p:nvSpPr>
        <p:spPr>
          <a:xfrm>
            <a:off x="960000" y="719997"/>
            <a:ext cx="10272000" cy="5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grpSp>
        <p:nvGrpSpPr>
          <p:cNvPr id="164" name="Google Shape;164;p24"/>
          <p:cNvGrpSpPr/>
          <p:nvPr/>
        </p:nvGrpSpPr>
        <p:grpSpPr>
          <a:xfrm rot="-5400000" flipH="1">
            <a:off x="10792499" y="5655623"/>
            <a:ext cx="2230469" cy="190935"/>
            <a:chOff x="7239530" y="753659"/>
            <a:chExt cx="1672852" cy="143201"/>
          </a:xfrm>
        </p:grpSpPr>
        <p:sp>
          <p:nvSpPr>
            <p:cNvPr id="165" name="Google Shape;165;p24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avLst/>
              <a:gdLst/>
              <a:ahLst/>
              <a:cxnLst/>
              <a:rect l="l" t="t" r="r" b="b"/>
              <a:pathLst>
                <a:path w="112022" h="516" extrusionOk="0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" name="Google Shape;166;p24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avLst/>
              <a:gdLst/>
              <a:ahLst/>
              <a:cxnLst/>
              <a:rect l="l" t="t" r="r" b="b"/>
              <a:pathLst>
                <a:path w="3597" h="3460" extrusionOk="0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7" name="Google Shape;167;p24"/>
          <p:cNvSpPr/>
          <p:nvPr/>
        </p:nvSpPr>
        <p:spPr>
          <a:xfrm flipH="1">
            <a:off x="304815" y="304968"/>
            <a:ext cx="11596787" cy="6244235"/>
          </a:xfrm>
          <a:custGeom>
            <a:avLst/>
            <a:gdLst/>
            <a:ahLst/>
            <a:cxnLst/>
            <a:rect l="l" t="t" r="r" b="b"/>
            <a:pathLst>
              <a:path w="188801" h="101659" fill="none" extrusionOk="0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8" name="Google Shape;168;p24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 sz="1667">
                <a:solidFill>
                  <a:schemeClr val="lt1"/>
                </a:solidFill>
              </a:defRPr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>
                <a:solidFill>
                  <a:schemeClr val="lt1"/>
                </a:solidFill>
              </a:defRPr>
            </a:lvl2pPr>
            <a:lvl3pPr marL="1828754" lvl="2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>
                <a:solidFill>
                  <a:schemeClr val="lt1"/>
                </a:solidFill>
              </a:defRPr>
            </a:lvl3pPr>
            <a:lvl4pPr marL="2438339" lvl="3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>
                <a:solidFill>
                  <a:schemeClr val="lt1"/>
                </a:solidFill>
              </a:defRPr>
            </a:lvl4pPr>
            <a:lvl5pPr marL="3047924" lvl="4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>
                <a:solidFill>
                  <a:schemeClr val="lt1"/>
                </a:solidFill>
              </a:defRPr>
            </a:lvl5pPr>
            <a:lvl6pPr marL="3657509" lvl="5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>
                <a:solidFill>
                  <a:schemeClr val="lt1"/>
                </a:solidFill>
              </a:defRPr>
            </a:lvl6pPr>
            <a:lvl7pPr marL="4267093" lvl="6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>
                <a:solidFill>
                  <a:schemeClr val="lt1"/>
                </a:solidFill>
              </a:defRPr>
            </a:lvl7pPr>
            <a:lvl8pPr marL="4876678" lvl="7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>
                <a:solidFill>
                  <a:schemeClr val="lt1"/>
                </a:solidFill>
              </a:defRPr>
            </a:lvl8pPr>
            <a:lvl9pPr marL="5486263" lvl="8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</p:spTree>
    <p:extLst>
      <p:ext uri="{BB962C8B-B14F-4D97-AF65-F5344CB8AC3E}">
        <p14:creationId xmlns:p14="http://schemas.microsoft.com/office/powerpoint/2010/main" val="18924758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 sz="1667">
                <a:solidFill>
                  <a:schemeClr val="lt1"/>
                </a:solidFill>
              </a:defRPr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>
                <a:solidFill>
                  <a:schemeClr val="lt1"/>
                </a:solidFill>
              </a:defRPr>
            </a:lvl2pPr>
            <a:lvl3pPr marL="1828754" lvl="2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>
                <a:solidFill>
                  <a:schemeClr val="lt1"/>
                </a:solidFill>
              </a:defRPr>
            </a:lvl3pPr>
            <a:lvl4pPr marL="2438339" lvl="3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>
                <a:solidFill>
                  <a:schemeClr val="lt1"/>
                </a:solidFill>
              </a:defRPr>
            </a:lvl4pPr>
            <a:lvl5pPr marL="3047924" lvl="4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>
                <a:solidFill>
                  <a:schemeClr val="lt1"/>
                </a:solidFill>
              </a:defRPr>
            </a:lvl5pPr>
            <a:lvl6pPr marL="3657509" lvl="5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>
                <a:solidFill>
                  <a:schemeClr val="lt1"/>
                </a:solidFill>
              </a:defRPr>
            </a:lvl6pPr>
            <a:lvl7pPr marL="4267093" lvl="6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>
                <a:solidFill>
                  <a:schemeClr val="lt1"/>
                </a:solidFill>
              </a:defRPr>
            </a:lvl7pPr>
            <a:lvl8pPr marL="4876678" lvl="7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>
                <a:solidFill>
                  <a:schemeClr val="lt1"/>
                </a:solidFill>
              </a:defRPr>
            </a:lvl8pPr>
            <a:lvl9pPr marL="5486263" lvl="8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171" name="Google Shape;171;p25"/>
          <p:cNvSpPr txBox="1">
            <a:spLocks noGrp="1"/>
          </p:cNvSpPr>
          <p:nvPr>
            <p:ph type="title"/>
          </p:nvPr>
        </p:nvSpPr>
        <p:spPr>
          <a:xfrm>
            <a:off x="960000" y="719997"/>
            <a:ext cx="10272000" cy="5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grpSp>
        <p:nvGrpSpPr>
          <p:cNvPr id="172" name="Google Shape;172;p25"/>
          <p:cNvGrpSpPr/>
          <p:nvPr/>
        </p:nvGrpSpPr>
        <p:grpSpPr>
          <a:xfrm rot="5400000">
            <a:off x="-769497" y="5655623"/>
            <a:ext cx="2230469" cy="190935"/>
            <a:chOff x="7239530" y="753659"/>
            <a:chExt cx="1672852" cy="143201"/>
          </a:xfrm>
        </p:grpSpPr>
        <p:sp>
          <p:nvSpPr>
            <p:cNvPr id="173" name="Google Shape;173;p25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avLst/>
              <a:gdLst/>
              <a:ahLst/>
              <a:cxnLst/>
              <a:rect l="l" t="t" r="r" b="b"/>
              <a:pathLst>
                <a:path w="112022" h="516" extrusionOk="0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" name="Google Shape;174;p25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avLst/>
              <a:gdLst/>
              <a:ahLst/>
              <a:cxnLst/>
              <a:rect l="l" t="t" r="r" b="b"/>
              <a:pathLst>
                <a:path w="3597" h="3460" extrusionOk="0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75" name="Google Shape;175;p25"/>
          <p:cNvSpPr/>
          <p:nvPr/>
        </p:nvSpPr>
        <p:spPr>
          <a:xfrm>
            <a:off x="297614" y="306884"/>
            <a:ext cx="11596787" cy="6244235"/>
          </a:xfrm>
          <a:custGeom>
            <a:avLst/>
            <a:gdLst/>
            <a:ahLst/>
            <a:cxnLst/>
            <a:rect l="l" t="t" r="r" b="b"/>
            <a:pathLst>
              <a:path w="188801" h="101659" fill="none" extrusionOk="0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341551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>
            <a:spLocks noGrp="1"/>
          </p:cNvSpPr>
          <p:nvPr>
            <p:ph type="title"/>
          </p:nvPr>
        </p:nvSpPr>
        <p:spPr>
          <a:xfrm>
            <a:off x="1663836" y="3149600"/>
            <a:ext cx="26268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178" name="Google Shape;178;p26"/>
          <p:cNvSpPr txBox="1">
            <a:spLocks noGrp="1"/>
          </p:cNvSpPr>
          <p:nvPr>
            <p:ph type="subTitle" idx="1"/>
          </p:nvPr>
        </p:nvSpPr>
        <p:spPr>
          <a:xfrm>
            <a:off x="1663836" y="3759200"/>
            <a:ext cx="2626800" cy="12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179" name="Google Shape;179;p26"/>
          <p:cNvSpPr txBox="1">
            <a:spLocks noGrp="1"/>
          </p:cNvSpPr>
          <p:nvPr>
            <p:ph type="title" idx="2"/>
          </p:nvPr>
        </p:nvSpPr>
        <p:spPr>
          <a:xfrm>
            <a:off x="4884200" y="3149600"/>
            <a:ext cx="26268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180" name="Google Shape;180;p26"/>
          <p:cNvSpPr txBox="1">
            <a:spLocks noGrp="1"/>
          </p:cNvSpPr>
          <p:nvPr>
            <p:ph type="subTitle" idx="3"/>
          </p:nvPr>
        </p:nvSpPr>
        <p:spPr>
          <a:xfrm>
            <a:off x="4884200" y="3759200"/>
            <a:ext cx="2626800" cy="12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181" name="Google Shape;181;p26"/>
          <p:cNvSpPr txBox="1">
            <a:spLocks noGrp="1"/>
          </p:cNvSpPr>
          <p:nvPr>
            <p:ph type="title" idx="4"/>
          </p:nvPr>
        </p:nvSpPr>
        <p:spPr>
          <a:xfrm>
            <a:off x="8104564" y="3149600"/>
            <a:ext cx="26268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182" name="Google Shape;182;p26"/>
          <p:cNvSpPr txBox="1">
            <a:spLocks noGrp="1"/>
          </p:cNvSpPr>
          <p:nvPr>
            <p:ph type="subTitle" idx="5"/>
          </p:nvPr>
        </p:nvSpPr>
        <p:spPr>
          <a:xfrm>
            <a:off x="8104564" y="3759200"/>
            <a:ext cx="2626800" cy="12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183" name="Google Shape;183;p26"/>
          <p:cNvSpPr txBox="1">
            <a:spLocks noGrp="1"/>
          </p:cNvSpPr>
          <p:nvPr>
            <p:ph type="title" idx="6"/>
          </p:nvPr>
        </p:nvSpPr>
        <p:spPr>
          <a:xfrm>
            <a:off x="960000" y="719997"/>
            <a:ext cx="10272000" cy="5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184" name="Google Shape;184;p26"/>
          <p:cNvSpPr/>
          <p:nvPr/>
        </p:nvSpPr>
        <p:spPr>
          <a:xfrm>
            <a:off x="297730" y="304815"/>
            <a:ext cx="11596541" cy="6244541"/>
          </a:xfrm>
          <a:custGeom>
            <a:avLst/>
            <a:gdLst/>
            <a:ahLst/>
            <a:cxnLst/>
            <a:rect l="l" t="t" r="r" b="b"/>
            <a:pathLst>
              <a:path w="188797" h="101664" fill="none" extrusionOk="0">
                <a:moveTo>
                  <a:pt x="188796" y="101663"/>
                </a:moveTo>
                <a:lnTo>
                  <a:pt x="103793" y="101663"/>
                </a:lnTo>
                <a:lnTo>
                  <a:pt x="97659" y="97510"/>
                </a:lnTo>
                <a:lnTo>
                  <a:pt x="64890" y="97510"/>
                </a:lnTo>
                <a:lnTo>
                  <a:pt x="58419" y="101663"/>
                </a:lnTo>
                <a:lnTo>
                  <a:pt x="0" y="101663"/>
                </a:lnTo>
                <a:lnTo>
                  <a:pt x="0" y="76150"/>
                </a:lnTo>
                <a:lnTo>
                  <a:pt x="4777" y="69787"/>
                </a:lnTo>
                <a:lnTo>
                  <a:pt x="4777" y="45769"/>
                </a:lnTo>
                <a:lnTo>
                  <a:pt x="0" y="39568"/>
                </a:lnTo>
                <a:lnTo>
                  <a:pt x="0" y="9503"/>
                </a:lnTo>
                <a:lnTo>
                  <a:pt x="9856" y="1"/>
                </a:lnTo>
                <a:lnTo>
                  <a:pt x="188796" y="1"/>
                </a:lnTo>
                <a:lnTo>
                  <a:pt x="188796" y="16838"/>
                </a:lnTo>
                <a:lnTo>
                  <a:pt x="184905" y="22864"/>
                </a:lnTo>
                <a:lnTo>
                  <a:pt x="184905" y="46567"/>
                </a:lnTo>
                <a:lnTo>
                  <a:pt x="188796" y="52693"/>
                </a:ln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975108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>
            <a:spLocks noGrp="1"/>
          </p:cNvSpPr>
          <p:nvPr>
            <p:ph type="title"/>
          </p:nvPr>
        </p:nvSpPr>
        <p:spPr>
          <a:xfrm>
            <a:off x="7477467" y="1842900"/>
            <a:ext cx="32384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187" name="Google Shape;187;p27"/>
          <p:cNvSpPr txBox="1">
            <a:spLocks noGrp="1"/>
          </p:cNvSpPr>
          <p:nvPr>
            <p:ph type="subTitle" idx="1"/>
          </p:nvPr>
        </p:nvSpPr>
        <p:spPr>
          <a:xfrm>
            <a:off x="7477467" y="2208101"/>
            <a:ext cx="3238400" cy="6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188" name="Google Shape;188;p27"/>
          <p:cNvSpPr txBox="1">
            <a:spLocks noGrp="1"/>
          </p:cNvSpPr>
          <p:nvPr>
            <p:ph type="title" idx="2"/>
          </p:nvPr>
        </p:nvSpPr>
        <p:spPr>
          <a:xfrm>
            <a:off x="7477467" y="4551696"/>
            <a:ext cx="32384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189" name="Google Shape;189;p27"/>
          <p:cNvSpPr txBox="1">
            <a:spLocks noGrp="1"/>
          </p:cNvSpPr>
          <p:nvPr>
            <p:ph type="subTitle" idx="3"/>
          </p:nvPr>
        </p:nvSpPr>
        <p:spPr>
          <a:xfrm>
            <a:off x="7477467" y="4916897"/>
            <a:ext cx="3238400" cy="6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190" name="Google Shape;190;p27"/>
          <p:cNvSpPr txBox="1">
            <a:spLocks noGrp="1"/>
          </p:cNvSpPr>
          <p:nvPr>
            <p:ph type="title" idx="4"/>
          </p:nvPr>
        </p:nvSpPr>
        <p:spPr>
          <a:xfrm>
            <a:off x="7477467" y="3197289"/>
            <a:ext cx="32384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191" name="Google Shape;191;p27"/>
          <p:cNvSpPr txBox="1">
            <a:spLocks noGrp="1"/>
          </p:cNvSpPr>
          <p:nvPr>
            <p:ph type="subTitle" idx="5"/>
          </p:nvPr>
        </p:nvSpPr>
        <p:spPr>
          <a:xfrm>
            <a:off x="7477467" y="3562491"/>
            <a:ext cx="3238400" cy="6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192" name="Google Shape;192;p27"/>
          <p:cNvSpPr txBox="1">
            <a:spLocks noGrp="1"/>
          </p:cNvSpPr>
          <p:nvPr>
            <p:ph type="title" idx="6"/>
          </p:nvPr>
        </p:nvSpPr>
        <p:spPr>
          <a:xfrm>
            <a:off x="960000" y="719997"/>
            <a:ext cx="10272000" cy="5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grpSp>
        <p:nvGrpSpPr>
          <p:cNvPr id="193" name="Google Shape;193;p27"/>
          <p:cNvGrpSpPr/>
          <p:nvPr/>
        </p:nvGrpSpPr>
        <p:grpSpPr>
          <a:xfrm rot="5400000" flipH="1">
            <a:off x="-769497" y="1019935"/>
            <a:ext cx="2230469" cy="190935"/>
            <a:chOff x="7239530" y="753659"/>
            <a:chExt cx="1672852" cy="143201"/>
          </a:xfrm>
        </p:grpSpPr>
        <p:sp>
          <p:nvSpPr>
            <p:cNvPr id="194" name="Google Shape;194;p27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avLst/>
              <a:gdLst/>
              <a:ahLst/>
              <a:cxnLst/>
              <a:rect l="l" t="t" r="r" b="b"/>
              <a:pathLst>
                <a:path w="112022" h="516" extrusionOk="0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" name="Google Shape;195;p27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avLst/>
              <a:gdLst/>
              <a:ahLst/>
              <a:cxnLst/>
              <a:rect l="l" t="t" r="r" b="b"/>
              <a:pathLst>
                <a:path w="3597" h="3460" extrusionOk="0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96" name="Google Shape;196;p27"/>
          <p:cNvSpPr/>
          <p:nvPr/>
        </p:nvSpPr>
        <p:spPr>
          <a:xfrm rot="10800000" flipH="1">
            <a:off x="304815" y="304968"/>
            <a:ext cx="11596787" cy="6244235"/>
          </a:xfrm>
          <a:custGeom>
            <a:avLst/>
            <a:gdLst/>
            <a:ahLst/>
            <a:cxnLst/>
            <a:rect l="l" t="t" r="r" b="b"/>
            <a:pathLst>
              <a:path w="188801" h="101659" fill="none" extrusionOk="0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372128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>
            <a:spLocks noGrp="1"/>
          </p:cNvSpPr>
          <p:nvPr>
            <p:ph type="title"/>
          </p:nvPr>
        </p:nvSpPr>
        <p:spPr>
          <a:xfrm>
            <a:off x="1893633" y="2047833"/>
            <a:ext cx="8404800" cy="47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199" name="Google Shape;199;p28"/>
          <p:cNvSpPr txBox="1">
            <a:spLocks noGrp="1"/>
          </p:cNvSpPr>
          <p:nvPr>
            <p:ph type="subTitle" idx="1"/>
          </p:nvPr>
        </p:nvSpPr>
        <p:spPr>
          <a:xfrm>
            <a:off x="1893633" y="2522371"/>
            <a:ext cx="8404800" cy="4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200" name="Google Shape;200;p28"/>
          <p:cNvSpPr txBox="1">
            <a:spLocks noGrp="1"/>
          </p:cNvSpPr>
          <p:nvPr>
            <p:ph type="title" idx="2"/>
          </p:nvPr>
        </p:nvSpPr>
        <p:spPr>
          <a:xfrm>
            <a:off x="1893633" y="3347588"/>
            <a:ext cx="8404800" cy="47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201" name="Google Shape;201;p28"/>
          <p:cNvSpPr txBox="1">
            <a:spLocks noGrp="1"/>
          </p:cNvSpPr>
          <p:nvPr>
            <p:ph type="subTitle" idx="3"/>
          </p:nvPr>
        </p:nvSpPr>
        <p:spPr>
          <a:xfrm>
            <a:off x="1893633" y="3822133"/>
            <a:ext cx="8404800" cy="4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202" name="Google Shape;202;p28"/>
          <p:cNvSpPr txBox="1">
            <a:spLocks noGrp="1"/>
          </p:cNvSpPr>
          <p:nvPr>
            <p:ph type="title" idx="4"/>
          </p:nvPr>
        </p:nvSpPr>
        <p:spPr>
          <a:xfrm>
            <a:off x="1893633" y="4647343"/>
            <a:ext cx="8404800" cy="47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203" name="Google Shape;203;p28"/>
          <p:cNvSpPr txBox="1">
            <a:spLocks noGrp="1"/>
          </p:cNvSpPr>
          <p:nvPr>
            <p:ph type="subTitle" idx="5"/>
          </p:nvPr>
        </p:nvSpPr>
        <p:spPr>
          <a:xfrm>
            <a:off x="1893633" y="5121896"/>
            <a:ext cx="8404800" cy="4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204" name="Google Shape;204;p28"/>
          <p:cNvSpPr txBox="1">
            <a:spLocks noGrp="1"/>
          </p:cNvSpPr>
          <p:nvPr>
            <p:ph type="title" idx="6"/>
          </p:nvPr>
        </p:nvSpPr>
        <p:spPr>
          <a:xfrm>
            <a:off x="960000" y="719997"/>
            <a:ext cx="10272000" cy="5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159900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>
            <a:spLocks noGrp="1"/>
          </p:cNvSpPr>
          <p:nvPr>
            <p:ph type="title"/>
          </p:nvPr>
        </p:nvSpPr>
        <p:spPr>
          <a:xfrm>
            <a:off x="1624199" y="2039900"/>
            <a:ext cx="40484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207" name="Google Shape;207;p29"/>
          <p:cNvSpPr txBox="1">
            <a:spLocks noGrp="1"/>
          </p:cNvSpPr>
          <p:nvPr>
            <p:ph type="subTitle" idx="1"/>
          </p:nvPr>
        </p:nvSpPr>
        <p:spPr>
          <a:xfrm>
            <a:off x="1624199" y="2649500"/>
            <a:ext cx="40484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208" name="Google Shape;208;p29"/>
          <p:cNvSpPr txBox="1">
            <a:spLocks noGrp="1"/>
          </p:cNvSpPr>
          <p:nvPr>
            <p:ph type="title" idx="2"/>
          </p:nvPr>
        </p:nvSpPr>
        <p:spPr>
          <a:xfrm>
            <a:off x="6519401" y="2039900"/>
            <a:ext cx="40484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209" name="Google Shape;209;p29"/>
          <p:cNvSpPr txBox="1">
            <a:spLocks noGrp="1"/>
          </p:cNvSpPr>
          <p:nvPr>
            <p:ph type="subTitle" idx="3"/>
          </p:nvPr>
        </p:nvSpPr>
        <p:spPr>
          <a:xfrm>
            <a:off x="6519401" y="2649500"/>
            <a:ext cx="40484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210" name="Google Shape;210;p29"/>
          <p:cNvSpPr txBox="1">
            <a:spLocks noGrp="1"/>
          </p:cNvSpPr>
          <p:nvPr>
            <p:ph type="title" idx="4"/>
          </p:nvPr>
        </p:nvSpPr>
        <p:spPr>
          <a:xfrm>
            <a:off x="1624199" y="3826000"/>
            <a:ext cx="40484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211" name="Google Shape;211;p29"/>
          <p:cNvSpPr txBox="1">
            <a:spLocks noGrp="1"/>
          </p:cNvSpPr>
          <p:nvPr>
            <p:ph type="subTitle" idx="5"/>
          </p:nvPr>
        </p:nvSpPr>
        <p:spPr>
          <a:xfrm>
            <a:off x="1624199" y="4435600"/>
            <a:ext cx="40484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212" name="Google Shape;212;p29"/>
          <p:cNvSpPr txBox="1">
            <a:spLocks noGrp="1"/>
          </p:cNvSpPr>
          <p:nvPr>
            <p:ph type="title" idx="6"/>
          </p:nvPr>
        </p:nvSpPr>
        <p:spPr>
          <a:xfrm>
            <a:off x="6519401" y="3826000"/>
            <a:ext cx="40484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213" name="Google Shape;213;p29"/>
          <p:cNvSpPr txBox="1">
            <a:spLocks noGrp="1"/>
          </p:cNvSpPr>
          <p:nvPr>
            <p:ph type="subTitle" idx="7"/>
          </p:nvPr>
        </p:nvSpPr>
        <p:spPr>
          <a:xfrm>
            <a:off x="6519401" y="4435600"/>
            <a:ext cx="40484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214" name="Google Shape;214;p29"/>
          <p:cNvSpPr txBox="1">
            <a:spLocks noGrp="1"/>
          </p:cNvSpPr>
          <p:nvPr>
            <p:ph type="title" idx="8"/>
          </p:nvPr>
        </p:nvSpPr>
        <p:spPr>
          <a:xfrm>
            <a:off x="960000" y="719997"/>
            <a:ext cx="10272000" cy="5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215" name="Google Shape;215;p29"/>
          <p:cNvSpPr/>
          <p:nvPr/>
        </p:nvSpPr>
        <p:spPr>
          <a:xfrm>
            <a:off x="297607" y="304968"/>
            <a:ext cx="11596787" cy="6244235"/>
          </a:xfrm>
          <a:custGeom>
            <a:avLst/>
            <a:gdLst/>
            <a:ahLst/>
            <a:cxnLst/>
            <a:rect l="l" t="t" r="r" b="b"/>
            <a:pathLst>
              <a:path w="188801" h="101659" fill="none" extrusionOk="0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6" name="Google Shape;216;p29"/>
          <p:cNvGrpSpPr/>
          <p:nvPr/>
        </p:nvGrpSpPr>
        <p:grpSpPr>
          <a:xfrm rot="5400000">
            <a:off x="-769497" y="5655623"/>
            <a:ext cx="2230469" cy="190935"/>
            <a:chOff x="7239530" y="753659"/>
            <a:chExt cx="1672852" cy="143201"/>
          </a:xfrm>
        </p:grpSpPr>
        <p:sp>
          <p:nvSpPr>
            <p:cNvPr id="217" name="Google Shape;217;p29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avLst/>
              <a:gdLst/>
              <a:ahLst/>
              <a:cxnLst/>
              <a:rect l="l" t="t" r="r" b="b"/>
              <a:pathLst>
                <a:path w="112022" h="516" extrusionOk="0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" name="Google Shape;218;p29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avLst/>
              <a:gdLst/>
              <a:ahLst/>
              <a:cxnLst/>
              <a:rect l="l" t="t" r="r" b="b"/>
              <a:pathLst>
                <a:path w="3597" h="3460" extrusionOk="0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5312198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>
            <a:spLocks noGrp="1"/>
          </p:cNvSpPr>
          <p:nvPr>
            <p:ph type="title"/>
          </p:nvPr>
        </p:nvSpPr>
        <p:spPr>
          <a:xfrm>
            <a:off x="1342012" y="2006600"/>
            <a:ext cx="31768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221" name="Google Shape;221;p30"/>
          <p:cNvSpPr txBox="1">
            <a:spLocks noGrp="1"/>
          </p:cNvSpPr>
          <p:nvPr>
            <p:ph type="subTitle" idx="1"/>
          </p:nvPr>
        </p:nvSpPr>
        <p:spPr>
          <a:xfrm>
            <a:off x="1342012" y="2616200"/>
            <a:ext cx="31768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222" name="Google Shape;222;p30"/>
          <p:cNvSpPr txBox="1">
            <a:spLocks noGrp="1"/>
          </p:cNvSpPr>
          <p:nvPr>
            <p:ph type="title" idx="2"/>
          </p:nvPr>
        </p:nvSpPr>
        <p:spPr>
          <a:xfrm>
            <a:off x="7673188" y="3967600"/>
            <a:ext cx="31768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223" name="Google Shape;223;p30"/>
          <p:cNvSpPr txBox="1">
            <a:spLocks noGrp="1"/>
          </p:cNvSpPr>
          <p:nvPr>
            <p:ph type="subTitle" idx="3"/>
          </p:nvPr>
        </p:nvSpPr>
        <p:spPr>
          <a:xfrm>
            <a:off x="7673179" y="4577200"/>
            <a:ext cx="31768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224" name="Google Shape;224;p30"/>
          <p:cNvSpPr txBox="1">
            <a:spLocks noGrp="1"/>
          </p:cNvSpPr>
          <p:nvPr>
            <p:ph type="title" idx="4"/>
          </p:nvPr>
        </p:nvSpPr>
        <p:spPr>
          <a:xfrm>
            <a:off x="1342015" y="3967600"/>
            <a:ext cx="31768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225" name="Google Shape;225;p30"/>
          <p:cNvSpPr txBox="1">
            <a:spLocks noGrp="1"/>
          </p:cNvSpPr>
          <p:nvPr>
            <p:ph type="subTitle" idx="5"/>
          </p:nvPr>
        </p:nvSpPr>
        <p:spPr>
          <a:xfrm>
            <a:off x="1342009" y="4577200"/>
            <a:ext cx="31768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226" name="Google Shape;226;p30"/>
          <p:cNvSpPr txBox="1">
            <a:spLocks noGrp="1"/>
          </p:cNvSpPr>
          <p:nvPr>
            <p:ph type="title" idx="6"/>
          </p:nvPr>
        </p:nvSpPr>
        <p:spPr>
          <a:xfrm>
            <a:off x="7673191" y="2006600"/>
            <a:ext cx="31768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227" name="Google Shape;227;p30"/>
          <p:cNvSpPr txBox="1">
            <a:spLocks noGrp="1"/>
          </p:cNvSpPr>
          <p:nvPr>
            <p:ph type="subTitle" idx="7"/>
          </p:nvPr>
        </p:nvSpPr>
        <p:spPr>
          <a:xfrm>
            <a:off x="7673176" y="2616200"/>
            <a:ext cx="31768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228" name="Google Shape;228;p30"/>
          <p:cNvSpPr txBox="1">
            <a:spLocks noGrp="1"/>
          </p:cNvSpPr>
          <p:nvPr>
            <p:ph type="title" idx="8"/>
          </p:nvPr>
        </p:nvSpPr>
        <p:spPr>
          <a:xfrm>
            <a:off x="960000" y="719997"/>
            <a:ext cx="10272000" cy="5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229" name="Google Shape;229;p30"/>
          <p:cNvSpPr/>
          <p:nvPr/>
        </p:nvSpPr>
        <p:spPr>
          <a:xfrm flipH="1">
            <a:off x="304815" y="304968"/>
            <a:ext cx="11596787" cy="6244235"/>
          </a:xfrm>
          <a:custGeom>
            <a:avLst/>
            <a:gdLst/>
            <a:ahLst/>
            <a:cxnLst/>
            <a:rect l="l" t="t" r="r" b="b"/>
            <a:pathLst>
              <a:path w="188801" h="101659" fill="none" extrusionOk="0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30" name="Google Shape;230;p30"/>
          <p:cNvGrpSpPr/>
          <p:nvPr/>
        </p:nvGrpSpPr>
        <p:grpSpPr>
          <a:xfrm rot="5400000">
            <a:off x="10842635" y="5655623"/>
            <a:ext cx="2230469" cy="190935"/>
            <a:chOff x="7239530" y="753659"/>
            <a:chExt cx="1672852" cy="143201"/>
          </a:xfrm>
        </p:grpSpPr>
        <p:sp>
          <p:nvSpPr>
            <p:cNvPr id="231" name="Google Shape;231;p30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avLst/>
              <a:gdLst/>
              <a:ahLst/>
              <a:cxnLst/>
              <a:rect l="l" t="t" r="r" b="b"/>
              <a:pathLst>
                <a:path w="112022" h="516" extrusionOk="0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" name="Google Shape;232;p30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avLst/>
              <a:gdLst/>
              <a:ahLst/>
              <a:cxnLst/>
              <a:rect l="l" t="t" r="r" b="b"/>
              <a:pathLst>
                <a:path w="3597" h="3460" extrusionOk="0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3249616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>
            <a:spLocks noGrp="1"/>
          </p:cNvSpPr>
          <p:nvPr>
            <p:ph type="title"/>
          </p:nvPr>
        </p:nvSpPr>
        <p:spPr>
          <a:xfrm>
            <a:off x="2359220" y="1621044"/>
            <a:ext cx="35148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235" name="Google Shape;235;p31"/>
          <p:cNvSpPr txBox="1">
            <a:spLocks noGrp="1"/>
          </p:cNvSpPr>
          <p:nvPr>
            <p:ph type="subTitle" idx="1"/>
          </p:nvPr>
        </p:nvSpPr>
        <p:spPr>
          <a:xfrm>
            <a:off x="2359220" y="2230644"/>
            <a:ext cx="35148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236" name="Google Shape;236;p31"/>
          <p:cNvSpPr txBox="1">
            <a:spLocks noGrp="1"/>
          </p:cNvSpPr>
          <p:nvPr>
            <p:ph type="title" idx="2"/>
          </p:nvPr>
        </p:nvSpPr>
        <p:spPr>
          <a:xfrm>
            <a:off x="7337589" y="4343177"/>
            <a:ext cx="35148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237" name="Google Shape;237;p31"/>
          <p:cNvSpPr txBox="1">
            <a:spLocks noGrp="1"/>
          </p:cNvSpPr>
          <p:nvPr>
            <p:ph type="subTitle" idx="3"/>
          </p:nvPr>
        </p:nvSpPr>
        <p:spPr>
          <a:xfrm>
            <a:off x="7337589" y="4952777"/>
            <a:ext cx="35148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238" name="Google Shape;238;p31"/>
          <p:cNvSpPr txBox="1">
            <a:spLocks noGrp="1"/>
          </p:cNvSpPr>
          <p:nvPr>
            <p:ph type="title" idx="4"/>
          </p:nvPr>
        </p:nvSpPr>
        <p:spPr>
          <a:xfrm>
            <a:off x="2359220" y="2975797"/>
            <a:ext cx="35148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5"/>
          </p:nvPr>
        </p:nvSpPr>
        <p:spPr>
          <a:xfrm>
            <a:off x="2359220" y="3585397"/>
            <a:ext cx="35148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240" name="Google Shape;240;p31"/>
          <p:cNvSpPr txBox="1">
            <a:spLocks noGrp="1"/>
          </p:cNvSpPr>
          <p:nvPr>
            <p:ph type="title" idx="6"/>
          </p:nvPr>
        </p:nvSpPr>
        <p:spPr>
          <a:xfrm>
            <a:off x="2359220" y="4343177"/>
            <a:ext cx="35148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241" name="Google Shape;241;p31"/>
          <p:cNvSpPr txBox="1">
            <a:spLocks noGrp="1"/>
          </p:cNvSpPr>
          <p:nvPr>
            <p:ph type="subTitle" idx="7"/>
          </p:nvPr>
        </p:nvSpPr>
        <p:spPr>
          <a:xfrm>
            <a:off x="2359220" y="4952777"/>
            <a:ext cx="35148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242" name="Google Shape;242;p31"/>
          <p:cNvSpPr txBox="1">
            <a:spLocks noGrp="1"/>
          </p:cNvSpPr>
          <p:nvPr>
            <p:ph type="title" idx="8"/>
          </p:nvPr>
        </p:nvSpPr>
        <p:spPr>
          <a:xfrm>
            <a:off x="7337589" y="1621044"/>
            <a:ext cx="35148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243" name="Google Shape;243;p31"/>
          <p:cNvSpPr txBox="1">
            <a:spLocks noGrp="1"/>
          </p:cNvSpPr>
          <p:nvPr>
            <p:ph type="subTitle" idx="9"/>
          </p:nvPr>
        </p:nvSpPr>
        <p:spPr>
          <a:xfrm>
            <a:off x="7337589" y="2230644"/>
            <a:ext cx="35148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title" idx="13"/>
          </p:nvPr>
        </p:nvSpPr>
        <p:spPr>
          <a:xfrm>
            <a:off x="7337589" y="2975797"/>
            <a:ext cx="35148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ubTitle" idx="14"/>
          </p:nvPr>
        </p:nvSpPr>
        <p:spPr>
          <a:xfrm>
            <a:off x="7337589" y="3585397"/>
            <a:ext cx="35148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title" idx="15"/>
          </p:nvPr>
        </p:nvSpPr>
        <p:spPr>
          <a:xfrm>
            <a:off x="960000" y="719997"/>
            <a:ext cx="10272000" cy="5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354788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"/>
          <p:cNvSpPr txBox="1">
            <a:spLocks noGrp="1"/>
          </p:cNvSpPr>
          <p:nvPr>
            <p:ph type="title" hasCustomPrompt="1"/>
          </p:nvPr>
        </p:nvSpPr>
        <p:spPr>
          <a:xfrm>
            <a:off x="1473200" y="1396964"/>
            <a:ext cx="5486400" cy="78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249" name="Google Shape;249;p32"/>
          <p:cNvSpPr txBox="1">
            <a:spLocks noGrp="1"/>
          </p:cNvSpPr>
          <p:nvPr>
            <p:ph type="subTitle" idx="1"/>
          </p:nvPr>
        </p:nvSpPr>
        <p:spPr>
          <a:xfrm>
            <a:off x="1473200" y="2285561"/>
            <a:ext cx="5486400" cy="26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250" name="Google Shape;250;p32"/>
          <p:cNvSpPr txBox="1">
            <a:spLocks noGrp="1"/>
          </p:cNvSpPr>
          <p:nvPr>
            <p:ph type="title" idx="2" hasCustomPrompt="1"/>
          </p:nvPr>
        </p:nvSpPr>
        <p:spPr>
          <a:xfrm>
            <a:off x="3352800" y="3006835"/>
            <a:ext cx="5486400" cy="78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251" name="Google Shape;251;p32"/>
          <p:cNvSpPr txBox="1">
            <a:spLocks noGrp="1"/>
          </p:cNvSpPr>
          <p:nvPr>
            <p:ph type="subTitle" idx="3"/>
          </p:nvPr>
        </p:nvSpPr>
        <p:spPr>
          <a:xfrm>
            <a:off x="3352800" y="3895432"/>
            <a:ext cx="5486400" cy="26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252" name="Google Shape;252;p32"/>
          <p:cNvSpPr txBox="1">
            <a:spLocks noGrp="1"/>
          </p:cNvSpPr>
          <p:nvPr>
            <p:ph type="title" idx="4" hasCustomPrompt="1"/>
          </p:nvPr>
        </p:nvSpPr>
        <p:spPr>
          <a:xfrm>
            <a:off x="5232400" y="4616705"/>
            <a:ext cx="5486400" cy="78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253" name="Google Shape;253;p32"/>
          <p:cNvSpPr txBox="1">
            <a:spLocks noGrp="1"/>
          </p:cNvSpPr>
          <p:nvPr>
            <p:ph type="subTitle" idx="5"/>
          </p:nvPr>
        </p:nvSpPr>
        <p:spPr>
          <a:xfrm>
            <a:off x="5232400" y="5505304"/>
            <a:ext cx="5486400" cy="26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254" name="Google Shape;254;p32"/>
          <p:cNvSpPr/>
          <p:nvPr/>
        </p:nvSpPr>
        <p:spPr>
          <a:xfrm rot="10800000" flipH="1">
            <a:off x="297614" y="306884"/>
            <a:ext cx="11596787" cy="6244235"/>
          </a:xfrm>
          <a:custGeom>
            <a:avLst/>
            <a:gdLst/>
            <a:ahLst/>
            <a:cxnLst/>
            <a:rect l="l" t="t" r="r" b="b"/>
            <a:pathLst>
              <a:path w="188801" h="101659" fill="none" extrusionOk="0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55" name="Google Shape;255;p32"/>
          <p:cNvGrpSpPr/>
          <p:nvPr/>
        </p:nvGrpSpPr>
        <p:grpSpPr>
          <a:xfrm rot="5400000" flipH="1">
            <a:off x="-769497" y="1019935"/>
            <a:ext cx="2230469" cy="190935"/>
            <a:chOff x="7239530" y="753659"/>
            <a:chExt cx="1672852" cy="143201"/>
          </a:xfrm>
        </p:grpSpPr>
        <p:sp>
          <p:nvSpPr>
            <p:cNvPr id="256" name="Google Shape;256;p32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avLst/>
              <a:gdLst/>
              <a:ahLst/>
              <a:cxnLst/>
              <a:rect l="l" t="t" r="r" b="b"/>
              <a:pathLst>
                <a:path w="112022" h="516" extrusionOk="0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" name="Google Shape;257;p32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avLst/>
              <a:gdLst/>
              <a:ahLst/>
              <a:cxnLst/>
              <a:rect l="l" t="t" r="r" b="b"/>
              <a:pathLst>
                <a:path w="3597" h="3460" extrusionOk="0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9561852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 txBox="1">
            <a:spLocks noGrp="1"/>
          </p:cNvSpPr>
          <p:nvPr>
            <p:ph type="title" hasCustomPrompt="1"/>
          </p:nvPr>
        </p:nvSpPr>
        <p:spPr>
          <a:xfrm>
            <a:off x="1868000" y="2389233"/>
            <a:ext cx="1443200" cy="65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260" name="Google Shape;260;p33"/>
          <p:cNvSpPr txBox="1">
            <a:spLocks noGrp="1"/>
          </p:cNvSpPr>
          <p:nvPr>
            <p:ph type="subTitle" idx="1"/>
          </p:nvPr>
        </p:nvSpPr>
        <p:spPr>
          <a:xfrm>
            <a:off x="1454808" y="4404383"/>
            <a:ext cx="2269600" cy="11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261" name="Google Shape;261;p33"/>
          <p:cNvSpPr txBox="1">
            <a:spLocks noGrp="1"/>
          </p:cNvSpPr>
          <p:nvPr>
            <p:ph type="title" idx="2" hasCustomPrompt="1"/>
          </p:nvPr>
        </p:nvSpPr>
        <p:spPr>
          <a:xfrm>
            <a:off x="5382433" y="2389233"/>
            <a:ext cx="1427200" cy="65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262" name="Google Shape;262;p33"/>
          <p:cNvSpPr txBox="1">
            <a:spLocks noGrp="1"/>
          </p:cNvSpPr>
          <p:nvPr>
            <p:ph type="subTitle" idx="3"/>
          </p:nvPr>
        </p:nvSpPr>
        <p:spPr>
          <a:xfrm>
            <a:off x="4961233" y="4404333"/>
            <a:ext cx="2269600" cy="11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263" name="Google Shape;263;p33"/>
          <p:cNvSpPr txBox="1">
            <a:spLocks noGrp="1"/>
          </p:cNvSpPr>
          <p:nvPr>
            <p:ph type="title" idx="4" hasCustomPrompt="1"/>
          </p:nvPr>
        </p:nvSpPr>
        <p:spPr>
          <a:xfrm>
            <a:off x="8880800" y="2389233"/>
            <a:ext cx="1443200" cy="65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264" name="Google Shape;264;p33"/>
          <p:cNvSpPr txBox="1">
            <a:spLocks noGrp="1"/>
          </p:cNvSpPr>
          <p:nvPr>
            <p:ph type="subTitle" idx="5"/>
          </p:nvPr>
        </p:nvSpPr>
        <p:spPr>
          <a:xfrm>
            <a:off x="8467592" y="4404333"/>
            <a:ext cx="2269600" cy="11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265" name="Google Shape;265;p33"/>
          <p:cNvSpPr txBox="1">
            <a:spLocks noGrp="1"/>
          </p:cNvSpPr>
          <p:nvPr>
            <p:ph type="title" idx="6"/>
          </p:nvPr>
        </p:nvSpPr>
        <p:spPr>
          <a:xfrm>
            <a:off x="960000" y="719997"/>
            <a:ext cx="10272000" cy="5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266" name="Google Shape;266;p33"/>
          <p:cNvSpPr txBox="1">
            <a:spLocks noGrp="1"/>
          </p:cNvSpPr>
          <p:nvPr>
            <p:ph type="title" idx="7"/>
          </p:nvPr>
        </p:nvSpPr>
        <p:spPr>
          <a:xfrm>
            <a:off x="1454808" y="3794733"/>
            <a:ext cx="22696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267" name="Google Shape;267;p33"/>
          <p:cNvSpPr txBox="1">
            <a:spLocks noGrp="1"/>
          </p:cNvSpPr>
          <p:nvPr>
            <p:ph type="title" idx="8"/>
          </p:nvPr>
        </p:nvSpPr>
        <p:spPr>
          <a:xfrm>
            <a:off x="4961233" y="3794733"/>
            <a:ext cx="22696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268" name="Google Shape;268;p33"/>
          <p:cNvSpPr txBox="1">
            <a:spLocks noGrp="1"/>
          </p:cNvSpPr>
          <p:nvPr>
            <p:ph type="title" idx="9"/>
          </p:nvPr>
        </p:nvSpPr>
        <p:spPr>
          <a:xfrm>
            <a:off x="8467592" y="3794733"/>
            <a:ext cx="22696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grpSp>
        <p:nvGrpSpPr>
          <p:cNvPr id="269" name="Google Shape;269;p33"/>
          <p:cNvGrpSpPr/>
          <p:nvPr/>
        </p:nvGrpSpPr>
        <p:grpSpPr>
          <a:xfrm rot="-5400000" flipH="1">
            <a:off x="10792499" y="5655623"/>
            <a:ext cx="2230469" cy="190935"/>
            <a:chOff x="7239530" y="753659"/>
            <a:chExt cx="1672852" cy="143201"/>
          </a:xfrm>
        </p:grpSpPr>
        <p:sp>
          <p:nvSpPr>
            <p:cNvPr id="270" name="Google Shape;270;p33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avLst/>
              <a:gdLst/>
              <a:ahLst/>
              <a:cxnLst/>
              <a:rect l="l" t="t" r="r" b="b"/>
              <a:pathLst>
                <a:path w="112022" h="516" extrusionOk="0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1" name="Google Shape;271;p33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avLst/>
              <a:gdLst/>
              <a:ahLst/>
              <a:cxnLst/>
              <a:rect l="l" t="t" r="r" b="b"/>
              <a:pathLst>
                <a:path w="3597" h="3460" extrusionOk="0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72" name="Google Shape;272;p33"/>
          <p:cNvSpPr/>
          <p:nvPr/>
        </p:nvSpPr>
        <p:spPr>
          <a:xfrm flipH="1">
            <a:off x="304815" y="304968"/>
            <a:ext cx="11596787" cy="6244235"/>
          </a:xfrm>
          <a:custGeom>
            <a:avLst/>
            <a:gdLst/>
            <a:ahLst/>
            <a:cxnLst/>
            <a:rect l="l" t="t" r="r" b="b"/>
            <a:pathLst>
              <a:path w="188801" h="101659" fill="none" extrusionOk="0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12329436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4"/>
          <p:cNvSpPr txBox="1">
            <a:spLocks noGrp="1"/>
          </p:cNvSpPr>
          <p:nvPr>
            <p:ph type="title" hasCustomPrompt="1"/>
          </p:nvPr>
        </p:nvSpPr>
        <p:spPr>
          <a:xfrm>
            <a:off x="8772332" y="2497101"/>
            <a:ext cx="2160400" cy="11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275" name="Google Shape;275;p34"/>
          <p:cNvSpPr txBox="1">
            <a:spLocks noGrp="1"/>
          </p:cNvSpPr>
          <p:nvPr>
            <p:ph type="subTitle" idx="1"/>
          </p:nvPr>
        </p:nvSpPr>
        <p:spPr>
          <a:xfrm>
            <a:off x="1259267" y="2497101"/>
            <a:ext cx="3048000" cy="11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276" name="Google Shape;276;p34"/>
          <p:cNvSpPr txBox="1">
            <a:spLocks noGrp="1"/>
          </p:cNvSpPr>
          <p:nvPr>
            <p:ph type="title" idx="2" hasCustomPrompt="1"/>
          </p:nvPr>
        </p:nvSpPr>
        <p:spPr>
          <a:xfrm>
            <a:off x="8772332" y="4414432"/>
            <a:ext cx="2160400" cy="11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277" name="Google Shape;277;p34"/>
          <p:cNvSpPr txBox="1">
            <a:spLocks noGrp="1"/>
          </p:cNvSpPr>
          <p:nvPr>
            <p:ph type="subTitle" idx="3"/>
          </p:nvPr>
        </p:nvSpPr>
        <p:spPr>
          <a:xfrm>
            <a:off x="1259267" y="4414432"/>
            <a:ext cx="3048000" cy="11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278" name="Google Shape;278;p34"/>
          <p:cNvSpPr txBox="1">
            <a:spLocks noGrp="1"/>
          </p:cNvSpPr>
          <p:nvPr>
            <p:ph type="title" idx="4"/>
          </p:nvPr>
        </p:nvSpPr>
        <p:spPr>
          <a:xfrm>
            <a:off x="960000" y="719997"/>
            <a:ext cx="10272000" cy="5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279" name="Google Shape;279;p34"/>
          <p:cNvSpPr txBox="1">
            <a:spLocks noGrp="1"/>
          </p:cNvSpPr>
          <p:nvPr>
            <p:ph type="title" idx="5"/>
          </p:nvPr>
        </p:nvSpPr>
        <p:spPr>
          <a:xfrm>
            <a:off x="1259268" y="1866268"/>
            <a:ext cx="30480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280" name="Google Shape;280;p34"/>
          <p:cNvSpPr txBox="1">
            <a:spLocks noGrp="1"/>
          </p:cNvSpPr>
          <p:nvPr>
            <p:ph type="title" idx="6"/>
          </p:nvPr>
        </p:nvSpPr>
        <p:spPr>
          <a:xfrm>
            <a:off x="1259268" y="3777339"/>
            <a:ext cx="30480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281" name="Google Shape;281;p34"/>
          <p:cNvSpPr/>
          <p:nvPr/>
        </p:nvSpPr>
        <p:spPr>
          <a:xfrm>
            <a:off x="297614" y="306884"/>
            <a:ext cx="11596787" cy="6244235"/>
          </a:xfrm>
          <a:custGeom>
            <a:avLst/>
            <a:gdLst/>
            <a:ahLst/>
            <a:cxnLst/>
            <a:rect l="l" t="t" r="r" b="b"/>
            <a:pathLst>
              <a:path w="188801" h="101659" fill="none" extrusionOk="0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82" name="Google Shape;282;p34"/>
          <p:cNvGrpSpPr/>
          <p:nvPr/>
        </p:nvGrpSpPr>
        <p:grpSpPr>
          <a:xfrm rot="5400000">
            <a:off x="-769497" y="5655623"/>
            <a:ext cx="2230469" cy="190935"/>
            <a:chOff x="7239530" y="753659"/>
            <a:chExt cx="1672852" cy="143201"/>
          </a:xfrm>
        </p:grpSpPr>
        <p:sp>
          <p:nvSpPr>
            <p:cNvPr id="283" name="Google Shape;283;p34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avLst/>
              <a:gdLst/>
              <a:ahLst/>
              <a:cxnLst/>
              <a:rect l="l" t="t" r="r" b="b"/>
              <a:pathLst>
                <a:path w="112022" h="516" extrusionOk="0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4" name="Google Shape;284;p34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avLst/>
              <a:gdLst/>
              <a:ahLst/>
              <a:cxnLst/>
              <a:rect l="l" t="t" r="r" b="b"/>
              <a:pathLst>
                <a:path w="3597" h="3460" extrusionOk="0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3208031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>
            <a:spLocks noGrp="1"/>
          </p:cNvSpPr>
          <p:nvPr>
            <p:ph type="ctrTitle"/>
          </p:nvPr>
        </p:nvSpPr>
        <p:spPr>
          <a:xfrm>
            <a:off x="3233400" y="961200"/>
            <a:ext cx="5725200" cy="13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10666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  <p:sp>
        <p:nvSpPr>
          <p:cNvPr id="287" name="Google Shape;287;p35"/>
          <p:cNvSpPr txBox="1">
            <a:spLocks noGrp="1"/>
          </p:cNvSpPr>
          <p:nvPr>
            <p:ph type="subTitle" idx="1"/>
          </p:nvPr>
        </p:nvSpPr>
        <p:spPr>
          <a:xfrm>
            <a:off x="3233400" y="2291600"/>
            <a:ext cx="5725200" cy="15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133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sk-SK"/>
              <a:t>Kliknutím upravte štýl predlohy podnadpisu</a:t>
            </a:r>
            <a:endParaRPr/>
          </a:p>
        </p:txBody>
      </p:sp>
      <p:sp>
        <p:nvSpPr>
          <p:cNvPr id="288" name="Google Shape;288;p35"/>
          <p:cNvSpPr txBox="1"/>
          <p:nvPr/>
        </p:nvSpPr>
        <p:spPr>
          <a:xfrm>
            <a:off x="2722800" y="5162800"/>
            <a:ext cx="6746400" cy="4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CREDITS: This presentation template was created by </a:t>
            </a:r>
            <a:r>
              <a:rPr lang="en" sz="1600" b="1">
                <a:solidFill>
                  <a:schemeClr val="lt1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, and includes icons by </a:t>
            </a:r>
            <a:r>
              <a:rPr lang="en" sz="1600" b="1">
                <a:solidFill>
                  <a:schemeClr val="lt1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, and infographics &amp; images by </a:t>
            </a:r>
            <a:r>
              <a:rPr lang="en" sz="1600" b="1">
                <a:solidFill>
                  <a:schemeClr val="lt1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600" b="1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289" name="Google Shape;289;p35"/>
          <p:cNvSpPr/>
          <p:nvPr/>
        </p:nvSpPr>
        <p:spPr>
          <a:xfrm>
            <a:off x="297614" y="306884"/>
            <a:ext cx="11596787" cy="6244235"/>
          </a:xfrm>
          <a:custGeom>
            <a:avLst/>
            <a:gdLst/>
            <a:ahLst/>
            <a:cxnLst/>
            <a:rect l="l" t="t" r="r" b="b"/>
            <a:pathLst>
              <a:path w="188801" h="101659" fill="none" extrusionOk="0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90" name="Google Shape;290;p35"/>
          <p:cNvGrpSpPr/>
          <p:nvPr/>
        </p:nvGrpSpPr>
        <p:grpSpPr>
          <a:xfrm rot="5400000">
            <a:off x="-769497" y="5655623"/>
            <a:ext cx="2230469" cy="190935"/>
            <a:chOff x="7239530" y="753659"/>
            <a:chExt cx="1672852" cy="143201"/>
          </a:xfrm>
        </p:grpSpPr>
        <p:sp>
          <p:nvSpPr>
            <p:cNvPr id="291" name="Google Shape;291;p35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avLst/>
              <a:gdLst/>
              <a:ahLst/>
              <a:cxnLst/>
              <a:rect l="l" t="t" r="r" b="b"/>
              <a:pathLst>
                <a:path w="112022" h="516" extrusionOk="0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2" name="Google Shape;292;p35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avLst/>
              <a:gdLst/>
              <a:ahLst/>
              <a:cxnLst/>
              <a:rect l="l" t="t" r="r" b="b"/>
              <a:pathLst>
                <a:path w="3597" h="3460" extrusionOk="0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4712833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6"/>
          <p:cNvSpPr/>
          <p:nvPr/>
        </p:nvSpPr>
        <p:spPr>
          <a:xfrm rot="10800000" flipH="1">
            <a:off x="304815" y="304968"/>
            <a:ext cx="11596787" cy="6244235"/>
          </a:xfrm>
          <a:custGeom>
            <a:avLst/>
            <a:gdLst/>
            <a:ahLst/>
            <a:cxnLst/>
            <a:rect l="l" t="t" r="r" b="b"/>
            <a:pathLst>
              <a:path w="188801" h="101659" fill="none" extrusionOk="0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95" name="Google Shape;295;p36"/>
          <p:cNvGrpSpPr/>
          <p:nvPr/>
        </p:nvGrpSpPr>
        <p:grpSpPr>
          <a:xfrm rot="5400000" flipH="1">
            <a:off x="-769497" y="1019935"/>
            <a:ext cx="2230469" cy="190935"/>
            <a:chOff x="7239530" y="753659"/>
            <a:chExt cx="1672852" cy="143201"/>
          </a:xfrm>
        </p:grpSpPr>
        <p:sp>
          <p:nvSpPr>
            <p:cNvPr id="296" name="Google Shape;296;p36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avLst/>
              <a:gdLst/>
              <a:ahLst/>
              <a:cxnLst/>
              <a:rect l="l" t="t" r="r" b="b"/>
              <a:pathLst>
                <a:path w="112022" h="516" extrusionOk="0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7" name="Google Shape;297;p36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avLst/>
              <a:gdLst/>
              <a:ahLst/>
              <a:cxnLst/>
              <a:rect l="l" t="t" r="r" b="b"/>
              <a:pathLst>
                <a:path w="3597" h="3460" extrusionOk="0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4122372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bg>
      <p:bgPr>
        <a:gradFill>
          <a:gsLst>
            <a:gs pos="0">
              <a:srgbClr val="1C1C1C"/>
            </a:gs>
            <a:gs pos="100000">
              <a:srgbClr val="426B6A"/>
            </a:gs>
          </a:gsLst>
          <a:lin ang="0" scaled="0"/>
        </a:gra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/>
          <p:nvPr/>
        </p:nvSpPr>
        <p:spPr>
          <a:xfrm>
            <a:off x="304815" y="304968"/>
            <a:ext cx="11596787" cy="6244235"/>
          </a:xfrm>
          <a:custGeom>
            <a:avLst/>
            <a:gdLst/>
            <a:ahLst/>
            <a:cxnLst/>
            <a:rect l="l" t="t" r="r" b="b"/>
            <a:pathLst>
              <a:path w="188801" h="101659" fill="none" extrusionOk="0">
                <a:moveTo>
                  <a:pt x="188801" y="101659"/>
                </a:moveTo>
                <a:lnTo>
                  <a:pt x="103793" y="101659"/>
                </a:lnTo>
                <a:lnTo>
                  <a:pt x="97659" y="97506"/>
                </a:lnTo>
                <a:lnTo>
                  <a:pt x="64894" y="97506"/>
                </a:lnTo>
                <a:lnTo>
                  <a:pt x="58424" y="101659"/>
                </a:lnTo>
                <a:lnTo>
                  <a:pt x="4673" y="101659"/>
                </a:lnTo>
                <a:lnTo>
                  <a:pt x="4673" y="95462"/>
                </a:lnTo>
                <a:lnTo>
                  <a:pt x="4777" y="89099"/>
                </a:lnTo>
                <a:lnTo>
                  <a:pt x="4777" y="65081"/>
                </a:lnTo>
                <a:lnTo>
                  <a:pt x="1" y="58877"/>
                </a:lnTo>
                <a:lnTo>
                  <a:pt x="1" y="9503"/>
                </a:lnTo>
                <a:lnTo>
                  <a:pt x="9861" y="1"/>
                </a:lnTo>
                <a:lnTo>
                  <a:pt x="188801" y="1"/>
                </a:lnTo>
                <a:lnTo>
                  <a:pt x="188801" y="16834"/>
                </a:lnTo>
                <a:lnTo>
                  <a:pt x="184905" y="22864"/>
                </a:lnTo>
                <a:lnTo>
                  <a:pt x="184905" y="46562"/>
                </a:lnTo>
                <a:lnTo>
                  <a:pt x="188801" y="52688"/>
                </a:lnTo>
                <a:close/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4153"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0" name="Google Shape;300;p37"/>
          <p:cNvGrpSpPr/>
          <p:nvPr/>
        </p:nvGrpSpPr>
        <p:grpSpPr>
          <a:xfrm rot="5400000">
            <a:off x="-769497" y="5655623"/>
            <a:ext cx="2230469" cy="190935"/>
            <a:chOff x="7239530" y="753659"/>
            <a:chExt cx="1672852" cy="143201"/>
          </a:xfrm>
        </p:grpSpPr>
        <p:sp>
          <p:nvSpPr>
            <p:cNvPr id="301" name="Google Shape;301;p37"/>
            <p:cNvSpPr/>
            <p:nvPr/>
          </p:nvSpPr>
          <p:spPr>
            <a:xfrm rot="10800000">
              <a:off x="7376281" y="816106"/>
              <a:ext cx="1536102" cy="18300"/>
            </a:xfrm>
            <a:custGeom>
              <a:avLst/>
              <a:gdLst/>
              <a:ahLst/>
              <a:cxnLst/>
              <a:rect l="l" t="t" r="r" b="b"/>
              <a:pathLst>
                <a:path w="112022" h="516" extrusionOk="0">
                  <a:moveTo>
                    <a:pt x="0" y="1"/>
                  </a:moveTo>
                  <a:lnTo>
                    <a:pt x="0" y="516"/>
                  </a:lnTo>
                  <a:lnTo>
                    <a:pt x="112022" y="516"/>
                  </a:lnTo>
                  <a:lnTo>
                    <a:pt x="11202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2" name="Google Shape;302;p37"/>
            <p:cNvSpPr/>
            <p:nvPr/>
          </p:nvSpPr>
          <p:spPr>
            <a:xfrm rot="10800000">
              <a:off x="7239530" y="753659"/>
              <a:ext cx="148871" cy="143201"/>
            </a:xfrm>
            <a:custGeom>
              <a:avLst/>
              <a:gdLst/>
              <a:ahLst/>
              <a:cxnLst/>
              <a:rect l="l" t="t" r="r" b="b"/>
              <a:pathLst>
                <a:path w="3597" h="3460" extrusionOk="0">
                  <a:moveTo>
                    <a:pt x="1867" y="514"/>
                  </a:moveTo>
                  <a:cubicBezTo>
                    <a:pt x="2538" y="516"/>
                    <a:pt x="3082" y="1060"/>
                    <a:pt x="3082" y="1730"/>
                  </a:cubicBezTo>
                  <a:cubicBezTo>
                    <a:pt x="3082" y="2222"/>
                    <a:pt x="2787" y="2666"/>
                    <a:pt x="2332" y="2853"/>
                  </a:cubicBezTo>
                  <a:cubicBezTo>
                    <a:pt x="2182" y="2916"/>
                    <a:pt x="2024" y="2946"/>
                    <a:pt x="1867" y="2946"/>
                  </a:cubicBezTo>
                  <a:cubicBezTo>
                    <a:pt x="1550" y="2946"/>
                    <a:pt x="1239" y="2823"/>
                    <a:pt x="1007" y="2591"/>
                  </a:cubicBezTo>
                  <a:cubicBezTo>
                    <a:pt x="658" y="2242"/>
                    <a:pt x="555" y="1720"/>
                    <a:pt x="742" y="1265"/>
                  </a:cubicBezTo>
                  <a:cubicBezTo>
                    <a:pt x="932" y="811"/>
                    <a:pt x="1376" y="514"/>
                    <a:pt x="1867" y="514"/>
                  </a:cubicBezTo>
                  <a:close/>
                  <a:moveTo>
                    <a:pt x="1867" y="0"/>
                  </a:moveTo>
                  <a:cubicBezTo>
                    <a:pt x="1416" y="0"/>
                    <a:pt x="974" y="175"/>
                    <a:pt x="642" y="507"/>
                  </a:cubicBezTo>
                  <a:cubicBezTo>
                    <a:pt x="149" y="1002"/>
                    <a:pt x="0" y="1746"/>
                    <a:pt x="268" y="2392"/>
                  </a:cubicBezTo>
                  <a:cubicBezTo>
                    <a:pt x="537" y="3039"/>
                    <a:pt x="1166" y="3460"/>
                    <a:pt x="1867" y="3460"/>
                  </a:cubicBezTo>
                  <a:cubicBezTo>
                    <a:pt x="2821" y="3460"/>
                    <a:pt x="3595" y="2685"/>
                    <a:pt x="3597" y="1730"/>
                  </a:cubicBezTo>
                  <a:cubicBezTo>
                    <a:pt x="3597" y="1031"/>
                    <a:pt x="3175" y="400"/>
                    <a:pt x="2529" y="131"/>
                  </a:cubicBezTo>
                  <a:cubicBezTo>
                    <a:pt x="2315" y="43"/>
                    <a:pt x="2090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A3B7B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5631745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580401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>
            <a:spLocks noGrp="1"/>
          </p:cNvSpPr>
          <p:nvPr>
            <p:ph type="title"/>
          </p:nvPr>
        </p:nvSpPr>
        <p:spPr>
          <a:xfrm>
            <a:off x="1397800" y="431800"/>
            <a:ext cx="93964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sk-SK"/>
              <a:t>Kliknutím upravte štýl predlohy nadpisu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11908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60000" y="442193"/>
            <a:ext cx="10272000" cy="8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●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○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■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●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○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■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●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○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Inconsolata"/>
              <a:buChar char="■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buNone/>
              <a:defRPr sz="1733">
                <a:solidFill>
                  <a:schemeClr val="accent2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r" rtl="0">
              <a:buNone/>
              <a:defRPr sz="1733">
                <a:solidFill>
                  <a:schemeClr val="accent2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lvl="2" algn="r" rtl="0">
              <a:buNone/>
              <a:defRPr sz="1733">
                <a:solidFill>
                  <a:schemeClr val="accent2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lvl="3" algn="r" rtl="0">
              <a:buNone/>
              <a:defRPr sz="1733">
                <a:solidFill>
                  <a:schemeClr val="accent2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lvl="4" algn="r" rtl="0">
              <a:buNone/>
              <a:defRPr sz="1733">
                <a:solidFill>
                  <a:schemeClr val="accent2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lvl="5" algn="r" rtl="0">
              <a:buNone/>
              <a:defRPr sz="1733">
                <a:solidFill>
                  <a:schemeClr val="accent2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lvl="6" algn="r" rtl="0">
              <a:buNone/>
              <a:defRPr sz="1733">
                <a:solidFill>
                  <a:schemeClr val="accent2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lvl="7" algn="r" rtl="0">
              <a:buNone/>
              <a:defRPr sz="1733">
                <a:solidFill>
                  <a:schemeClr val="accent2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lvl="8" algn="r" rtl="0">
              <a:buNone/>
              <a:defRPr sz="1733">
                <a:solidFill>
                  <a:schemeClr val="accent2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fld id="{764701D9-3D55-4290-AB0F-D5CBCC3CC9A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8981684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05" name="Google Shape;305;p38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583821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8" r:id="rId1"/>
    <p:sldLayoutId id="214748369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1"/>
          <p:cNvSpPr/>
          <p:nvPr/>
        </p:nvSpPr>
        <p:spPr>
          <a:xfrm>
            <a:off x="1061600" y="576584"/>
            <a:ext cx="286800" cy="2868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7150" dist="476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17" name="Google Shape;317;p41"/>
          <p:cNvSpPr/>
          <p:nvPr/>
        </p:nvSpPr>
        <p:spPr>
          <a:xfrm>
            <a:off x="1502433" y="576584"/>
            <a:ext cx="286800" cy="2868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7150" dist="476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AEFB618-D3E6-505F-9CD0-6AE86C0D58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2433" y="1070157"/>
            <a:ext cx="9425673" cy="1876061"/>
          </a:xfrm>
        </p:spPr>
        <p:txBody>
          <a:bodyPr/>
          <a:lstStyle/>
          <a:p>
            <a:r>
              <a:rPr lang="sk-SK" sz="3600" b="1" dirty="0">
                <a:solidFill>
                  <a:schemeClr val="bg1"/>
                </a:solidFill>
                <a:effectLst>
                  <a:glow rad="12700">
                    <a:schemeClr val="bg1">
                      <a:alpha val="25000"/>
                    </a:schemeClr>
                  </a:glow>
                </a:effectLst>
                <a:latin typeface="+mj-lt"/>
              </a:rPr>
              <a:t>Návrh a implementácia hardvérového modulu pre </a:t>
            </a:r>
            <a:r>
              <a:rPr lang="sk-SK" sz="3600" b="1" dirty="0" err="1">
                <a:solidFill>
                  <a:schemeClr val="bg1"/>
                </a:solidFill>
                <a:effectLst>
                  <a:glow rad="12700">
                    <a:schemeClr val="bg1">
                      <a:alpha val="25000"/>
                    </a:schemeClr>
                  </a:glow>
                </a:effectLst>
                <a:latin typeface="+mj-lt"/>
              </a:rPr>
              <a:t>offline</a:t>
            </a:r>
            <a:r>
              <a:rPr lang="sk-SK" sz="3600" b="1" dirty="0">
                <a:solidFill>
                  <a:schemeClr val="bg1"/>
                </a:solidFill>
                <a:effectLst>
                  <a:glow rad="12700">
                    <a:schemeClr val="bg1">
                      <a:alpha val="25000"/>
                    </a:schemeClr>
                  </a:glow>
                </a:effectLst>
                <a:latin typeface="+mj-lt"/>
              </a:rPr>
              <a:t> evidenciu dochádzky pomocou NFC kariet</a:t>
            </a:r>
            <a:endParaRPr lang="sk-SK" altLang="sk-SK" sz="3600" dirty="0">
              <a:solidFill>
                <a:schemeClr val="bg1"/>
              </a:solidFill>
              <a:effectLst>
                <a:glow rad="12700">
                  <a:schemeClr val="bg1">
                    <a:alpha val="25000"/>
                  </a:schemeClr>
                </a:glow>
              </a:effectLst>
              <a:latin typeface="+mj-lt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609596C-3182-C37C-DB45-BB8D472706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8400" y="2940050"/>
            <a:ext cx="6997700" cy="723900"/>
          </a:xfrm>
        </p:spPr>
        <p:txBody>
          <a:bodyPr/>
          <a:lstStyle/>
          <a:p>
            <a:pPr eaLnBrk="1" hangingPunct="1"/>
            <a:r>
              <a:rPr lang="sk-SK" altLang="sk-SK" dirty="0">
                <a:latin typeface="+mn-lt"/>
              </a:rPr>
              <a:t>Aleš Hrehuš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7828E94-FFF2-C3F3-444B-D6DE57581757}"/>
              </a:ext>
            </a:extLst>
          </p:cNvPr>
          <p:cNvSpPr txBox="1">
            <a:spLocks/>
          </p:cNvSpPr>
          <p:nvPr/>
        </p:nvSpPr>
        <p:spPr>
          <a:xfrm>
            <a:off x="1460500" y="3917950"/>
            <a:ext cx="6997700" cy="79057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sk-SK" altLang="sk-SK" sz="1800" dirty="0">
                <a:solidFill>
                  <a:schemeClr val="accent3"/>
                </a:solidFill>
              </a:rPr>
              <a:t>Vedúci BP: doc. Ing. Juraj </a:t>
            </a:r>
            <a:r>
              <a:rPr lang="sk-SK" altLang="sk-SK" sz="1800" dirty="0" err="1">
                <a:solidFill>
                  <a:schemeClr val="accent3"/>
                </a:solidFill>
              </a:rPr>
              <a:t>Ďuďák</a:t>
            </a:r>
            <a:r>
              <a:rPr lang="sk-SK" altLang="sk-SK" sz="1800" dirty="0">
                <a:solidFill>
                  <a:schemeClr val="accent3"/>
                </a:solidFill>
              </a:rPr>
              <a:t>, PhD.</a:t>
            </a:r>
          </a:p>
          <a:p>
            <a:r>
              <a:rPr lang="sk-SK" altLang="sk-SK" sz="1800" dirty="0">
                <a:solidFill>
                  <a:schemeClr val="accent3"/>
                </a:solidFill>
              </a:rPr>
              <a:t>2025/2026</a:t>
            </a:r>
          </a:p>
        </p:txBody>
      </p:sp>
      <p:pic>
        <p:nvPicPr>
          <p:cNvPr id="11" name="Obrázok 10">
            <a:extLst>
              <a:ext uri="{FF2B5EF4-FFF2-40B4-BE49-F238E27FC236}">
                <a16:creationId xmlns:a16="http://schemas.microsoft.com/office/drawing/2014/main" id="{B215746B-13D7-8A19-40EA-71AB10659F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70" y="5742020"/>
            <a:ext cx="3798288" cy="836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316;p41">
            <a:extLst>
              <a:ext uri="{FF2B5EF4-FFF2-40B4-BE49-F238E27FC236}">
                <a16:creationId xmlns:a16="http://schemas.microsoft.com/office/drawing/2014/main" id="{D451AEDF-7AA8-70A7-B14C-5A5B697DCABC}"/>
              </a:ext>
            </a:extLst>
          </p:cNvPr>
          <p:cNvSpPr/>
          <p:nvPr/>
        </p:nvSpPr>
        <p:spPr>
          <a:xfrm>
            <a:off x="1061600" y="576584"/>
            <a:ext cx="286800" cy="2868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7150" dist="476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" name="Google Shape;317;p41">
            <a:extLst>
              <a:ext uri="{FF2B5EF4-FFF2-40B4-BE49-F238E27FC236}">
                <a16:creationId xmlns:a16="http://schemas.microsoft.com/office/drawing/2014/main" id="{451499D2-1C50-5919-F625-E4568967E36C}"/>
              </a:ext>
            </a:extLst>
          </p:cNvPr>
          <p:cNvSpPr/>
          <p:nvPr/>
        </p:nvSpPr>
        <p:spPr>
          <a:xfrm>
            <a:off x="1502433" y="576584"/>
            <a:ext cx="286800" cy="2868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7150" dist="476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32D4E64A-A160-BB6A-404B-01A2048290A4}"/>
              </a:ext>
            </a:extLst>
          </p:cNvPr>
          <p:cNvSpPr txBox="1">
            <a:spLocks/>
          </p:cNvSpPr>
          <p:nvPr/>
        </p:nvSpPr>
        <p:spPr>
          <a:xfrm>
            <a:off x="1061600" y="1063909"/>
            <a:ext cx="8229600" cy="6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 b="0" i="0" u="none" strike="noStrike" cap="non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sk-SK" altLang="sk-SK" sz="3200" dirty="0">
                <a:solidFill>
                  <a:schemeClr val="accent3"/>
                </a:solidFill>
              </a:rPr>
              <a:t>Predmetom práce: </a:t>
            </a:r>
          </a:p>
        </p:txBody>
      </p:sp>
      <p:sp>
        <p:nvSpPr>
          <p:cNvPr id="14" name="Google Shape;318;p41">
            <a:extLst>
              <a:ext uri="{FF2B5EF4-FFF2-40B4-BE49-F238E27FC236}">
                <a16:creationId xmlns:a16="http://schemas.microsoft.com/office/drawing/2014/main" id="{26DEEBF5-EAD5-6A9E-6841-50105DFF3E41}"/>
              </a:ext>
            </a:extLst>
          </p:cNvPr>
          <p:cNvSpPr/>
          <p:nvPr/>
        </p:nvSpPr>
        <p:spPr>
          <a:xfrm>
            <a:off x="10048774" y="5917887"/>
            <a:ext cx="1379406" cy="325467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15" name="Obrázok 14">
            <a:extLst>
              <a:ext uri="{FF2B5EF4-FFF2-40B4-BE49-F238E27FC236}">
                <a16:creationId xmlns:a16="http://schemas.microsoft.com/office/drawing/2014/main" id="{2420D003-7702-20B1-6996-DC68706B15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70" y="5742020"/>
            <a:ext cx="3798288" cy="836800"/>
          </a:xfrm>
          <a:prstGeom prst="rect">
            <a:avLst/>
          </a:prstGeom>
        </p:spPr>
      </p:pic>
      <p:sp>
        <p:nvSpPr>
          <p:cNvPr id="16" name="Zástupný objekt pre číslo snímky 9">
            <a:extLst>
              <a:ext uri="{FF2B5EF4-FFF2-40B4-BE49-F238E27FC236}">
                <a16:creationId xmlns:a16="http://schemas.microsoft.com/office/drawing/2014/main" id="{E9F35C40-5856-1CAA-E96B-0AF7EB438A71}"/>
              </a:ext>
            </a:extLst>
          </p:cNvPr>
          <p:cNvSpPr txBox="1">
            <a:spLocks/>
          </p:cNvSpPr>
          <p:nvPr/>
        </p:nvSpPr>
        <p:spPr>
          <a:xfrm>
            <a:off x="10500400" y="5917887"/>
            <a:ext cx="731600" cy="2272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764701D9-3D55-4290-AB0F-D5CBCC3CC9A1}" type="slidenum">
              <a:rPr lang="sk-SK" smtClean="0">
                <a:solidFill>
                  <a:schemeClr val="accent3"/>
                </a:solidFill>
              </a:rPr>
              <a:pPr/>
              <a:t>2</a:t>
            </a:fld>
            <a:r>
              <a:rPr lang="sk-SK" dirty="0">
                <a:solidFill>
                  <a:schemeClr val="accent3"/>
                </a:solidFill>
              </a:rPr>
              <a:t>/8</a:t>
            </a:r>
          </a:p>
        </p:txBody>
      </p:sp>
      <p:sp>
        <p:nvSpPr>
          <p:cNvPr id="17" name="Zástupný symbol textu 5">
            <a:extLst>
              <a:ext uri="{FF2B5EF4-FFF2-40B4-BE49-F238E27FC236}">
                <a16:creationId xmlns:a16="http://schemas.microsoft.com/office/drawing/2014/main" id="{BBA89A31-CA56-1356-3802-A6540545BB69}"/>
              </a:ext>
            </a:extLst>
          </p:cNvPr>
          <p:cNvSpPr txBox="1">
            <a:spLocks/>
          </p:cNvSpPr>
          <p:nvPr/>
        </p:nvSpPr>
        <p:spPr bwMode="auto">
          <a:xfrm>
            <a:off x="1061600" y="1757101"/>
            <a:ext cx="81280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sk-SK" altLang="sk-SK" sz="2000" dirty="0">
                <a:solidFill>
                  <a:schemeClr val="accent3"/>
                </a:solidFill>
              </a:rPr>
              <a:t>- Evidencia dochádzky pomocou NFC kariet. </a:t>
            </a:r>
          </a:p>
          <a:p>
            <a:pPr marL="0" indent="0" eaLnBrk="1" hangingPunct="1">
              <a:buNone/>
            </a:pPr>
            <a:r>
              <a:rPr lang="sk-SK" altLang="sk-SK" sz="2000" dirty="0">
                <a:solidFill>
                  <a:schemeClr val="accent3"/>
                </a:solidFill>
              </a:rPr>
              <a:t>- Autonómne fungovanie </a:t>
            </a:r>
          </a:p>
          <a:p>
            <a:pPr marL="0" indent="0" eaLnBrk="1" hangingPunct="1">
              <a:buNone/>
            </a:pPr>
            <a:r>
              <a:rPr lang="sk-SK" altLang="sk-SK" sz="2000" dirty="0">
                <a:solidFill>
                  <a:schemeClr val="accent3"/>
                </a:solidFill>
              </a:rPr>
              <a:t>- Zaznamenávať údaje o dochádzke do internej pamäte</a:t>
            </a:r>
          </a:p>
          <a:p>
            <a:pPr marL="0" indent="0" eaLnBrk="1" hangingPunct="1">
              <a:buNone/>
            </a:pPr>
            <a:r>
              <a:rPr lang="sk-SK" altLang="sk-SK" sz="2000" dirty="0">
                <a:solidFill>
                  <a:schemeClr val="accent3"/>
                </a:solidFill>
              </a:rPr>
              <a:t>- Automatická synchronizácia so serverom</a:t>
            </a:r>
          </a:p>
        </p:txBody>
      </p:sp>
      <p:sp>
        <p:nvSpPr>
          <p:cNvPr id="21" name="BlokTextu 20">
            <a:extLst>
              <a:ext uri="{FF2B5EF4-FFF2-40B4-BE49-F238E27FC236}">
                <a16:creationId xmlns:a16="http://schemas.microsoft.com/office/drawing/2014/main" id="{39A2BA27-D6CF-BAEA-73FC-65267C56BA9F}"/>
              </a:ext>
            </a:extLst>
          </p:cNvPr>
          <p:cNvSpPr txBox="1"/>
          <p:nvPr/>
        </p:nvSpPr>
        <p:spPr>
          <a:xfrm>
            <a:off x="4206616" y="5794091"/>
            <a:ext cx="6097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dirty="0">
                <a:solidFill>
                  <a:schemeClr val="accent3"/>
                </a:solidFill>
              </a:rPr>
              <a:t>Návrh a implementácia hardvérového modulu pre </a:t>
            </a:r>
            <a:r>
              <a:rPr lang="sk-SK" dirty="0" err="1">
                <a:solidFill>
                  <a:schemeClr val="accent3"/>
                </a:solidFill>
              </a:rPr>
              <a:t>offline</a:t>
            </a:r>
            <a:r>
              <a:rPr lang="sk-SK" dirty="0">
                <a:solidFill>
                  <a:schemeClr val="accent3"/>
                </a:solidFill>
              </a:rPr>
              <a:t> evidenciu dochádzky pomocou NFC kariet</a:t>
            </a:r>
          </a:p>
        </p:txBody>
      </p:sp>
      <p:cxnSp>
        <p:nvCxnSpPr>
          <p:cNvPr id="23" name="Rovná spojnica 22">
            <a:extLst>
              <a:ext uri="{FF2B5EF4-FFF2-40B4-BE49-F238E27FC236}">
                <a16:creationId xmlns:a16="http://schemas.microsoft.com/office/drawing/2014/main" id="{7BB4BE39-E0D0-7279-0047-EBA23C5E9316}"/>
              </a:ext>
            </a:extLst>
          </p:cNvPr>
          <p:cNvCxnSpPr>
            <a:cxnSpLocks/>
          </p:cNvCxnSpPr>
          <p:nvPr/>
        </p:nvCxnSpPr>
        <p:spPr>
          <a:xfrm>
            <a:off x="319088" y="5659655"/>
            <a:ext cx="11279354" cy="0"/>
          </a:xfrm>
          <a:prstGeom prst="line">
            <a:avLst/>
          </a:prstGeom>
          <a:ln>
            <a:solidFill>
              <a:srgbClr val="A3B7B9"/>
            </a:solidFill>
          </a:ln>
          <a:effectLst>
            <a:glow rad="25400">
              <a:schemeClr val="bg1">
                <a:alpha val="34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9020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16;p41">
            <a:extLst>
              <a:ext uri="{FF2B5EF4-FFF2-40B4-BE49-F238E27FC236}">
                <a16:creationId xmlns:a16="http://schemas.microsoft.com/office/drawing/2014/main" id="{91A5CE5D-5568-D1F5-5A0A-A381998696CE}"/>
              </a:ext>
            </a:extLst>
          </p:cNvPr>
          <p:cNvSpPr/>
          <p:nvPr/>
        </p:nvSpPr>
        <p:spPr>
          <a:xfrm>
            <a:off x="1061600" y="576584"/>
            <a:ext cx="286800" cy="2868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7150" dist="476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8" name="Google Shape;317;p41">
            <a:extLst>
              <a:ext uri="{FF2B5EF4-FFF2-40B4-BE49-F238E27FC236}">
                <a16:creationId xmlns:a16="http://schemas.microsoft.com/office/drawing/2014/main" id="{EC4CCCAD-B748-FF6A-8B29-E19264C1A50C}"/>
              </a:ext>
            </a:extLst>
          </p:cNvPr>
          <p:cNvSpPr/>
          <p:nvPr/>
        </p:nvSpPr>
        <p:spPr>
          <a:xfrm>
            <a:off x="1502433" y="576584"/>
            <a:ext cx="286800" cy="2868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7150" dist="476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CA5699B-D2A0-A9EF-AF82-0EBB8A56D474}"/>
              </a:ext>
            </a:extLst>
          </p:cNvPr>
          <p:cNvSpPr txBox="1">
            <a:spLocks/>
          </p:cNvSpPr>
          <p:nvPr/>
        </p:nvSpPr>
        <p:spPr>
          <a:xfrm>
            <a:off x="1061600" y="1063909"/>
            <a:ext cx="8229600" cy="6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 b="0" i="0" u="none" strike="noStrike" cap="non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sk-SK" altLang="sk-SK" sz="3200" dirty="0">
                <a:solidFill>
                  <a:schemeClr val="accent3"/>
                </a:solidFill>
              </a:rPr>
              <a:t>Cieľom práce: </a:t>
            </a:r>
          </a:p>
        </p:txBody>
      </p:sp>
      <p:sp>
        <p:nvSpPr>
          <p:cNvPr id="10" name="Google Shape;318;p41">
            <a:extLst>
              <a:ext uri="{FF2B5EF4-FFF2-40B4-BE49-F238E27FC236}">
                <a16:creationId xmlns:a16="http://schemas.microsoft.com/office/drawing/2014/main" id="{0C7478D9-D54D-C29F-FB13-418616897B97}"/>
              </a:ext>
            </a:extLst>
          </p:cNvPr>
          <p:cNvSpPr/>
          <p:nvPr/>
        </p:nvSpPr>
        <p:spPr>
          <a:xfrm>
            <a:off x="10048774" y="5917887"/>
            <a:ext cx="1379406" cy="325467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11" name="Obrázok 10">
            <a:extLst>
              <a:ext uri="{FF2B5EF4-FFF2-40B4-BE49-F238E27FC236}">
                <a16:creationId xmlns:a16="http://schemas.microsoft.com/office/drawing/2014/main" id="{F9151E59-6514-510E-332A-748FA1A7A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70" y="5742020"/>
            <a:ext cx="3798288" cy="836800"/>
          </a:xfrm>
          <a:prstGeom prst="rect">
            <a:avLst/>
          </a:prstGeom>
        </p:spPr>
      </p:pic>
      <p:sp>
        <p:nvSpPr>
          <p:cNvPr id="12" name="Zástupný objekt pre číslo snímky 9">
            <a:extLst>
              <a:ext uri="{FF2B5EF4-FFF2-40B4-BE49-F238E27FC236}">
                <a16:creationId xmlns:a16="http://schemas.microsoft.com/office/drawing/2014/main" id="{C95E099C-92EC-91E0-0C36-4380EBE3E9DE}"/>
              </a:ext>
            </a:extLst>
          </p:cNvPr>
          <p:cNvSpPr txBox="1">
            <a:spLocks/>
          </p:cNvSpPr>
          <p:nvPr/>
        </p:nvSpPr>
        <p:spPr>
          <a:xfrm>
            <a:off x="10500400" y="5917887"/>
            <a:ext cx="731600" cy="2272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764701D9-3D55-4290-AB0F-D5CBCC3CC9A1}" type="slidenum">
              <a:rPr lang="sk-SK" smtClean="0">
                <a:solidFill>
                  <a:schemeClr val="accent3"/>
                </a:solidFill>
              </a:rPr>
              <a:pPr/>
              <a:t>3</a:t>
            </a:fld>
            <a:r>
              <a:rPr lang="sk-SK" dirty="0">
                <a:solidFill>
                  <a:schemeClr val="accent3"/>
                </a:solidFill>
              </a:rPr>
              <a:t>/8</a:t>
            </a:r>
          </a:p>
        </p:txBody>
      </p:sp>
      <p:sp>
        <p:nvSpPr>
          <p:cNvPr id="13" name="Zástupný symbol textu 5">
            <a:extLst>
              <a:ext uri="{FF2B5EF4-FFF2-40B4-BE49-F238E27FC236}">
                <a16:creationId xmlns:a16="http://schemas.microsoft.com/office/drawing/2014/main" id="{7C04F1D4-471B-93AA-B3DB-D262AAB59FC0}"/>
              </a:ext>
            </a:extLst>
          </p:cNvPr>
          <p:cNvSpPr txBox="1">
            <a:spLocks/>
          </p:cNvSpPr>
          <p:nvPr/>
        </p:nvSpPr>
        <p:spPr bwMode="auto">
          <a:xfrm>
            <a:off x="1061600" y="1757101"/>
            <a:ext cx="81280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sk-SK" altLang="sk-SK" sz="2000" dirty="0">
                <a:solidFill>
                  <a:schemeClr val="accent3"/>
                </a:solidFill>
              </a:rPr>
              <a:t>- Navrhnúť hardvérovú architektúru modulu.</a:t>
            </a:r>
          </a:p>
          <a:p>
            <a:pPr marL="0" indent="0" eaLnBrk="1" hangingPunct="1">
              <a:buNone/>
            </a:pPr>
            <a:r>
              <a:rPr lang="sk-SK" altLang="sk-SK" sz="2000" dirty="0">
                <a:solidFill>
                  <a:schemeClr val="accent3"/>
                </a:solidFill>
              </a:rPr>
              <a:t>- Implementovať </a:t>
            </a:r>
            <a:r>
              <a:rPr lang="sk-SK" altLang="sk-SK" sz="2000" dirty="0" err="1">
                <a:solidFill>
                  <a:schemeClr val="accent3"/>
                </a:solidFill>
              </a:rPr>
              <a:t>offline</a:t>
            </a:r>
            <a:r>
              <a:rPr lang="sk-SK" altLang="sk-SK" sz="2000" dirty="0">
                <a:solidFill>
                  <a:schemeClr val="accent3"/>
                </a:solidFill>
              </a:rPr>
              <a:t> systém.</a:t>
            </a:r>
          </a:p>
          <a:p>
            <a:pPr marL="0" indent="0" eaLnBrk="1" hangingPunct="1">
              <a:buNone/>
            </a:pPr>
            <a:r>
              <a:rPr lang="sk-SK" altLang="sk-SK" sz="2000" dirty="0">
                <a:solidFill>
                  <a:schemeClr val="accent3"/>
                </a:solidFill>
              </a:rPr>
              <a:t>- Integrovať RTC.</a:t>
            </a:r>
          </a:p>
          <a:p>
            <a:pPr marL="0" indent="0" eaLnBrk="1" hangingPunct="1">
              <a:buNone/>
            </a:pPr>
            <a:r>
              <a:rPr lang="sk-SK" altLang="sk-SK" sz="2000" dirty="0">
                <a:solidFill>
                  <a:schemeClr val="accent3"/>
                </a:solidFill>
              </a:rPr>
              <a:t>- Navrhnúť pamäť na ukladanie záznamov.</a:t>
            </a:r>
          </a:p>
          <a:p>
            <a:pPr marL="0" indent="0" eaLnBrk="1" hangingPunct="1">
              <a:buNone/>
            </a:pPr>
            <a:r>
              <a:rPr lang="sk-SK" altLang="sk-SK" sz="2000" dirty="0">
                <a:solidFill>
                  <a:schemeClr val="accent3"/>
                </a:solidFill>
              </a:rPr>
              <a:t>- Zabezpečiť synchronizáciu dát so serverom.</a:t>
            </a:r>
          </a:p>
          <a:p>
            <a:pPr marL="0" indent="0" eaLnBrk="1" hangingPunct="1">
              <a:buNone/>
            </a:pPr>
            <a:r>
              <a:rPr lang="sk-SK" altLang="sk-SK" sz="2000" dirty="0">
                <a:solidFill>
                  <a:schemeClr val="accent3"/>
                </a:solidFill>
              </a:rPr>
              <a:t>- Implementovať displej.</a:t>
            </a:r>
          </a:p>
        </p:txBody>
      </p:sp>
      <p:sp>
        <p:nvSpPr>
          <p:cNvPr id="20" name="BlokTextu 19">
            <a:extLst>
              <a:ext uri="{FF2B5EF4-FFF2-40B4-BE49-F238E27FC236}">
                <a16:creationId xmlns:a16="http://schemas.microsoft.com/office/drawing/2014/main" id="{E49FB24C-EB09-2832-50CB-107BCFE2947E}"/>
              </a:ext>
            </a:extLst>
          </p:cNvPr>
          <p:cNvSpPr txBox="1"/>
          <p:nvPr/>
        </p:nvSpPr>
        <p:spPr>
          <a:xfrm>
            <a:off x="4206616" y="5794091"/>
            <a:ext cx="6097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dirty="0">
                <a:solidFill>
                  <a:schemeClr val="accent3"/>
                </a:solidFill>
              </a:rPr>
              <a:t>Návrh a implementácia hardvérového modulu pre </a:t>
            </a:r>
            <a:r>
              <a:rPr lang="sk-SK" dirty="0" err="1">
                <a:solidFill>
                  <a:schemeClr val="accent3"/>
                </a:solidFill>
              </a:rPr>
              <a:t>offline</a:t>
            </a:r>
            <a:r>
              <a:rPr lang="sk-SK" dirty="0">
                <a:solidFill>
                  <a:schemeClr val="accent3"/>
                </a:solidFill>
              </a:rPr>
              <a:t> evidenciu dochádzky pomocou NFC kariet</a:t>
            </a:r>
          </a:p>
        </p:txBody>
      </p:sp>
      <p:cxnSp>
        <p:nvCxnSpPr>
          <p:cNvPr id="21" name="Rovná spojnica 20">
            <a:extLst>
              <a:ext uri="{FF2B5EF4-FFF2-40B4-BE49-F238E27FC236}">
                <a16:creationId xmlns:a16="http://schemas.microsoft.com/office/drawing/2014/main" id="{25D0B981-4469-BAFF-819C-CDEAC31BC169}"/>
              </a:ext>
            </a:extLst>
          </p:cNvPr>
          <p:cNvCxnSpPr>
            <a:cxnSpLocks/>
          </p:cNvCxnSpPr>
          <p:nvPr/>
        </p:nvCxnSpPr>
        <p:spPr>
          <a:xfrm>
            <a:off x="319088" y="5659655"/>
            <a:ext cx="11279354" cy="0"/>
          </a:xfrm>
          <a:prstGeom prst="line">
            <a:avLst/>
          </a:prstGeom>
          <a:ln>
            <a:solidFill>
              <a:srgbClr val="A3B7B9"/>
            </a:solidFill>
          </a:ln>
          <a:effectLst>
            <a:glow rad="25400">
              <a:schemeClr val="bg1">
                <a:alpha val="34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5385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BB81B-0ACD-F26A-B9A1-1F69F661D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16;p41">
            <a:extLst>
              <a:ext uri="{FF2B5EF4-FFF2-40B4-BE49-F238E27FC236}">
                <a16:creationId xmlns:a16="http://schemas.microsoft.com/office/drawing/2014/main" id="{B745DE25-369F-BCDB-FE1F-A2E57EFA679B}"/>
              </a:ext>
            </a:extLst>
          </p:cNvPr>
          <p:cNvSpPr/>
          <p:nvPr/>
        </p:nvSpPr>
        <p:spPr>
          <a:xfrm>
            <a:off x="1061600" y="576584"/>
            <a:ext cx="286800" cy="2868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7150" dist="476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8" name="Google Shape;317;p41">
            <a:extLst>
              <a:ext uri="{FF2B5EF4-FFF2-40B4-BE49-F238E27FC236}">
                <a16:creationId xmlns:a16="http://schemas.microsoft.com/office/drawing/2014/main" id="{FC0AD426-68AD-8849-6929-A810EE3C4E09}"/>
              </a:ext>
            </a:extLst>
          </p:cNvPr>
          <p:cNvSpPr/>
          <p:nvPr/>
        </p:nvSpPr>
        <p:spPr>
          <a:xfrm>
            <a:off x="1502433" y="576584"/>
            <a:ext cx="286800" cy="2868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7150" dist="476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57558D7-106A-7E95-5010-B1B9FFD72E4D}"/>
              </a:ext>
            </a:extLst>
          </p:cNvPr>
          <p:cNvSpPr txBox="1">
            <a:spLocks/>
          </p:cNvSpPr>
          <p:nvPr/>
        </p:nvSpPr>
        <p:spPr>
          <a:xfrm>
            <a:off x="1061600" y="1063909"/>
            <a:ext cx="8229600" cy="6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 b="0" i="0" u="none" strike="noStrike" cap="non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sk-SK" altLang="sk-SK" sz="3200" dirty="0">
                <a:solidFill>
                  <a:schemeClr val="accent3"/>
                </a:solidFill>
              </a:rPr>
              <a:t>Východiská: </a:t>
            </a:r>
          </a:p>
        </p:txBody>
      </p:sp>
      <p:sp>
        <p:nvSpPr>
          <p:cNvPr id="10" name="Google Shape;318;p41">
            <a:extLst>
              <a:ext uri="{FF2B5EF4-FFF2-40B4-BE49-F238E27FC236}">
                <a16:creationId xmlns:a16="http://schemas.microsoft.com/office/drawing/2014/main" id="{B92D8B7D-1319-D78D-513A-853173DF17E9}"/>
              </a:ext>
            </a:extLst>
          </p:cNvPr>
          <p:cNvSpPr/>
          <p:nvPr/>
        </p:nvSpPr>
        <p:spPr>
          <a:xfrm>
            <a:off x="10048774" y="5917887"/>
            <a:ext cx="1379406" cy="325467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11" name="Obrázok 10">
            <a:extLst>
              <a:ext uri="{FF2B5EF4-FFF2-40B4-BE49-F238E27FC236}">
                <a16:creationId xmlns:a16="http://schemas.microsoft.com/office/drawing/2014/main" id="{2547775A-1C60-85DF-9564-6EF3B7C2BC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70" y="5742020"/>
            <a:ext cx="3798288" cy="836800"/>
          </a:xfrm>
          <a:prstGeom prst="rect">
            <a:avLst/>
          </a:prstGeom>
        </p:spPr>
      </p:pic>
      <p:sp>
        <p:nvSpPr>
          <p:cNvPr id="12" name="Zástupný objekt pre číslo snímky 9">
            <a:extLst>
              <a:ext uri="{FF2B5EF4-FFF2-40B4-BE49-F238E27FC236}">
                <a16:creationId xmlns:a16="http://schemas.microsoft.com/office/drawing/2014/main" id="{A36C78DE-1D34-EDA3-9636-33DCCA651710}"/>
              </a:ext>
            </a:extLst>
          </p:cNvPr>
          <p:cNvSpPr txBox="1">
            <a:spLocks/>
          </p:cNvSpPr>
          <p:nvPr/>
        </p:nvSpPr>
        <p:spPr>
          <a:xfrm>
            <a:off x="10500400" y="5917887"/>
            <a:ext cx="731600" cy="2272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764701D9-3D55-4290-AB0F-D5CBCC3CC9A1}" type="slidenum">
              <a:rPr lang="sk-SK" smtClean="0">
                <a:solidFill>
                  <a:schemeClr val="accent3"/>
                </a:solidFill>
              </a:rPr>
              <a:pPr/>
              <a:t>4</a:t>
            </a:fld>
            <a:r>
              <a:rPr lang="sk-SK" dirty="0">
                <a:solidFill>
                  <a:schemeClr val="accent3"/>
                </a:solidFill>
              </a:rPr>
              <a:t>/8</a:t>
            </a:r>
          </a:p>
        </p:txBody>
      </p:sp>
      <p:sp>
        <p:nvSpPr>
          <p:cNvPr id="13" name="Zástupný symbol textu 5">
            <a:extLst>
              <a:ext uri="{FF2B5EF4-FFF2-40B4-BE49-F238E27FC236}">
                <a16:creationId xmlns:a16="http://schemas.microsoft.com/office/drawing/2014/main" id="{B41BF809-BDCA-629D-D289-E30D7F2D2AB4}"/>
              </a:ext>
            </a:extLst>
          </p:cNvPr>
          <p:cNvSpPr txBox="1">
            <a:spLocks/>
          </p:cNvSpPr>
          <p:nvPr/>
        </p:nvSpPr>
        <p:spPr bwMode="auto">
          <a:xfrm>
            <a:off x="1061600" y="1757101"/>
            <a:ext cx="50344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sk-SK" altLang="sk-SK" sz="2000" dirty="0">
                <a:solidFill>
                  <a:schemeClr val="accent3"/>
                </a:solidFill>
              </a:rPr>
              <a:t>- Potreba autonómneho modulu, ktorý 	funguje aj pri výpadku internetu.</a:t>
            </a:r>
          </a:p>
          <a:p>
            <a:pPr marL="0" indent="0" eaLnBrk="1" hangingPunct="1">
              <a:buNone/>
            </a:pPr>
            <a:r>
              <a:rPr lang="sk-SK" altLang="sk-SK" sz="2000" dirty="0">
                <a:solidFill>
                  <a:schemeClr val="accent3"/>
                </a:solidFill>
              </a:rPr>
              <a:t>- Požiadavky na integráciu so súčasným 	dochádzkovým serverom.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2B79B48E-F59A-6BC5-030D-79701C83A343}"/>
              </a:ext>
            </a:extLst>
          </p:cNvPr>
          <p:cNvSpPr txBox="1">
            <a:spLocks/>
          </p:cNvSpPr>
          <p:nvPr/>
        </p:nvSpPr>
        <p:spPr>
          <a:xfrm>
            <a:off x="6096000" y="1063909"/>
            <a:ext cx="8229600" cy="6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 b="0" i="0" u="none" strike="noStrike" cap="non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sk-SK" altLang="sk-SK" sz="3200" dirty="0">
                <a:solidFill>
                  <a:schemeClr val="accent3"/>
                </a:solidFill>
              </a:rPr>
              <a:t>Problémy: </a:t>
            </a:r>
          </a:p>
        </p:txBody>
      </p:sp>
      <p:sp>
        <p:nvSpPr>
          <p:cNvPr id="3" name="Zástupný symbol textu 5">
            <a:extLst>
              <a:ext uri="{FF2B5EF4-FFF2-40B4-BE49-F238E27FC236}">
                <a16:creationId xmlns:a16="http://schemas.microsoft.com/office/drawing/2014/main" id="{DE97E49F-2758-048E-A733-1AD36947CAD5}"/>
              </a:ext>
            </a:extLst>
          </p:cNvPr>
          <p:cNvSpPr txBox="1">
            <a:spLocks/>
          </p:cNvSpPr>
          <p:nvPr/>
        </p:nvSpPr>
        <p:spPr bwMode="auto">
          <a:xfrm>
            <a:off x="6096000" y="1757100"/>
            <a:ext cx="50344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sk-SK" altLang="sk-SK" sz="2000" dirty="0">
                <a:solidFill>
                  <a:schemeClr val="accent3"/>
                </a:solidFill>
              </a:rPr>
              <a:t>- Zabezpečenie spoľahlivej identifikácie 	študentov cez NFC.</a:t>
            </a:r>
          </a:p>
          <a:p>
            <a:pPr marL="0" indent="0" eaLnBrk="1" hangingPunct="1">
              <a:buNone/>
            </a:pPr>
            <a:r>
              <a:rPr lang="sk-SK" altLang="sk-SK" sz="2000" dirty="0">
                <a:solidFill>
                  <a:schemeClr val="accent3"/>
                </a:solidFill>
              </a:rPr>
              <a:t>- Lokálny systém ukladania dát.</a:t>
            </a:r>
          </a:p>
          <a:p>
            <a:pPr marL="0" indent="0" eaLnBrk="1" hangingPunct="1">
              <a:buNone/>
            </a:pPr>
            <a:r>
              <a:rPr lang="sk-SK" altLang="sk-SK" sz="2000" dirty="0">
                <a:solidFill>
                  <a:schemeClr val="accent3"/>
                </a:solidFill>
              </a:rPr>
              <a:t>- Udržateľnosť presného času.</a:t>
            </a:r>
          </a:p>
          <a:p>
            <a:pPr marL="0" indent="0" eaLnBrk="1" hangingPunct="1">
              <a:buNone/>
            </a:pPr>
            <a:r>
              <a:rPr lang="sk-SK" altLang="sk-SK" sz="2000" dirty="0">
                <a:solidFill>
                  <a:schemeClr val="accent3"/>
                </a:solidFill>
              </a:rPr>
              <a:t>- Zobrazenie informácii na displeji.</a:t>
            </a: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4C272A6F-D12D-EB82-977B-4F04ABE120F2}"/>
              </a:ext>
            </a:extLst>
          </p:cNvPr>
          <p:cNvSpPr txBox="1"/>
          <p:nvPr/>
        </p:nvSpPr>
        <p:spPr>
          <a:xfrm>
            <a:off x="4206616" y="5794091"/>
            <a:ext cx="6097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dirty="0">
                <a:solidFill>
                  <a:schemeClr val="accent3"/>
                </a:solidFill>
              </a:rPr>
              <a:t>Návrh a implementácia hardvérového modulu pre </a:t>
            </a:r>
            <a:r>
              <a:rPr lang="sk-SK" dirty="0" err="1">
                <a:solidFill>
                  <a:schemeClr val="accent3"/>
                </a:solidFill>
              </a:rPr>
              <a:t>offline</a:t>
            </a:r>
            <a:r>
              <a:rPr lang="sk-SK" dirty="0">
                <a:solidFill>
                  <a:schemeClr val="accent3"/>
                </a:solidFill>
              </a:rPr>
              <a:t> evidenciu dochádzky pomocou NFC kariet</a:t>
            </a:r>
          </a:p>
        </p:txBody>
      </p:sp>
      <p:cxnSp>
        <p:nvCxnSpPr>
          <p:cNvPr id="5" name="Rovná spojnica 4">
            <a:extLst>
              <a:ext uri="{FF2B5EF4-FFF2-40B4-BE49-F238E27FC236}">
                <a16:creationId xmlns:a16="http://schemas.microsoft.com/office/drawing/2014/main" id="{EF65B738-1C65-D6F9-7B41-92F0E4CF1FD0}"/>
              </a:ext>
            </a:extLst>
          </p:cNvPr>
          <p:cNvCxnSpPr>
            <a:cxnSpLocks/>
          </p:cNvCxnSpPr>
          <p:nvPr/>
        </p:nvCxnSpPr>
        <p:spPr>
          <a:xfrm>
            <a:off x="319088" y="5659655"/>
            <a:ext cx="11279354" cy="0"/>
          </a:xfrm>
          <a:prstGeom prst="line">
            <a:avLst/>
          </a:prstGeom>
          <a:ln>
            <a:solidFill>
              <a:srgbClr val="A3B7B9"/>
            </a:solidFill>
          </a:ln>
          <a:effectLst>
            <a:glow rad="25400">
              <a:schemeClr val="bg1">
                <a:alpha val="34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8130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0BB6-AE5F-BAE7-AA60-8CC3CE0CC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16;p41">
            <a:extLst>
              <a:ext uri="{FF2B5EF4-FFF2-40B4-BE49-F238E27FC236}">
                <a16:creationId xmlns:a16="http://schemas.microsoft.com/office/drawing/2014/main" id="{2D7A18D4-8DF0-96BA-3556-B8F73E4E632F}"/>
              </a:ext>
            </a:extLst>
          </p:cNvPr>
          <p:cNvSpPr/>
          <p:nvPr/>
        </p:nvSpPr>
        <p:spPr>
          <a:xfrm>
            <a:off x="1061600" y="576584"/>
            <a:ext cx="286800" cy="2868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7150" dist="476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8" name="Google Shape;317;p41">
            <a:extLst>
              <a:ext uri="{FF2B5EF4-FFF2-40B4-BE49-F238E27FC236}">
                <a16:creationId xmlns:a16="http://schemas.microsoft.com/office/drawing/2014/main" id="{250440C1-A609-E359-D9D8-E321C5A1486D}"/>
              </a:ext>
            </a:extLst>
          </p:cNvPr>
          <p:cNvSpPr/>
          <p:nvPr/>
        </p:nvSpPr>
        <p:spPr>
          <a:xfrm>
            <a:off x="1502433" y="576584"/>
            <a:ext cx="286800" cy="2868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7150" dist="476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D7DFF29-1E4C-C50D-876C-05CE669E7F9D}"/>
              </a:ext>
            </a:extLst>
          </p:cNvPr>
          <p:cNvSpPr txBox="1">
            <a:spLocks/>
          </p:cNvSpPr>
          <p:nvPr/>
        </p:nvSpPr>
        <p:spPr>
          <a:xfrm>
            <a:off x="1061600" y="1063909"/>
            <a:ext cx="8229600" cy="6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 b="0" i="0" u="none" strike="noStrike" cap="non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sk-SK" altLang="sk-SK" sz="3200" dirty="0">
                <a:solidFill>
                  <a:schemeClr val="accent3"/>
                </a:solidFill>
              </a:rPr>
              <a:t>Etapy riešenia problému: </a:t>
            </a:r>
          </a:p>
        </p:txBody>
      </p:sp>
      <p:sp>
        <p:nvSpPr>
          <p:cNvPr id="10" name="Google Shape;318;p41">
            <a:extLst>
              <a:ext uri="{FF2B5EF4-FFF2-40B4-BE49-F238E27FC236}">
                <a16:creationId xmlns:a16="http://schemas.microsoft.com/office/drawing/2014/main" id="{48DDAAFD-355D-E67A-7ECC-2DB0F5B3FA7B}"/>
              </a:ext>
            </a:extLst>
          </p:cNvPr>
          <p:cNvSpPr/>
          <p:nvPr/>
        </p:nvSpPr>
        <p:spPr>
          <a:xfrm>
            <a:off x="10048774" y="5917887"/>
            <a:ext cx="1379406" cy="325467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11" name="Obrázok 10">
            <a:extLst>
              <a:ext uri="{FF2B5EF4-FFF2-40B4-BE49-F238E27FC236}">
                <a16:creationId xmlns:a16="http://schemas.microsoft.com/office/drawing/2014/main" id="{92BB8ABF-908A-0E74-0FCD-C263A24B9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70" y="5742020"/>
            <a:ext cx="3798288" cy="836800"/>
          </a:xfrm>
          <a:prstGeom prst="rect">
            <a:avLst/>
          </a:prstGeom>
        </p:spPr>
      </p:pic>
      <p:sp>
        <p:nvSpPr>
          <p:cNvPr id="12" name="Zástupný objekt pre číslo snímky 9">
            <a:extLst>
              <a:ext uri="{FF2B5EF4-FFF2-40B4-BE49-F238E27FC236}">
                <a16:creationId xmlns:a16="http://schemas.microsoft.com/office/drawing/2014/main" id="{D5C05508-E4DB-C9CE-1A65-DAE5E867DB78}"/>
              </a:ext>
            </a:extLst>
          </p:cNvPr>
          <p:cNvSpPr txBox="1">
            <a:spLocks/>
          </p:cNvSpPr>
          <p:nvPr/>
        </p:nvSpPr>
        <p:spPr>
          <a:xfrm>
            <a:off x="10500400" y="5917887"/>
            <a:ext cx="731600" cy="2272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764701D9-3D55-4290-AB0F-D5CBCC3CC9A1}" type="slidenum">
              <a:rPr lang="sk-SK" smtClean="0">
                <a:solidFill>
                  <a:schemeClr val="accent3"/>
                </a:solidFill>
              </a:rPr>
              <a:pPr/>
              <a:t>5</a:t>
            </a:fld>
            <a:r>
              <a:rPr lang="sk-SK" dirty="0">
                <a:solidFill>
                  <a:schemeClr val="accent3"/>
                </a:solidFill>
              </a:rPr>
              <a:t>/8</a:t>
            </a:r>
          </a:p>
        </p:txBody>
      </p:sp>
      <p:sp>
        <p:nvSpPr>
          <p:cNvPr id="13" name="Zástupný symbol textu 5">
            <a:extLst>
              <a:ext uri="{FF2B5EF4-FFF2-40B4-BE49-F238E27FC236}">
                <a16:creationId xmlns:a16="http://schemas.microsoft.com/office/drawing/2014/main" id="{07C74B94-3BC8-A1CE-1DE8-3CDA3CDF62B4}"/>
              </a:ext>
            </a:extLst>
          </p:cNvPr>
          <p:cNvSpPr txBox="1">
            <a:spLocks/>
          </p:cNvSpPr>
          <p:nvPr/>
        </p:nvSpPr>
        <p:spPr bwMode="auto">
          <a:xfrm>
            <a:off x="1061600" y="1757101"/>
            <a:ext cx="81280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sk-SK" altLang="sk-SK" sz="2000" dirty="0">
                <a:solidFill>
                  <a:schemeClr val="accent3"/>
                </a:solidFill>
              </a:rPr>
              <a:t>- Návrh hardvérovej architektúry</a:t>
            </a:r>
          </a:p>
          <a:p>
            <a:pPr marL="0" indent="0" eaLnBrk="1" hangingPunct="1">
              <a:buNone/>
            </a:pPr>
            <a:r>
              <a:rPr lang="sk-SK" altLang="sk-SK" sz="2000" dirty="0">
                <a:solidFill>
                  <a:schemeClr val="accent3"/>
                </a:solidFill>
              </a:rPr>
              <a:t>- Vývoj firmvéru</a:t>
            </a:r>
          </a:p>
          <a:p>
            <a:pPr marL="0" indent="0" eaLnBrk="1" hangingPunct="1">
              <a:buNone/>
            </a:pPr>
            <a:r>
              <a:rPr lang="sk-SK" altLang="sk-SK" sz="2000" dirty="0">
                <a:solidFill>
                  <a:schemeClr val="accent3"/>
                </a:solidFill>
              </a:rPr>
              <a:t>- Implementácia synchronizačného mechanizmu</a:t>
            </a:r>
          </a:p>
          <a:p>
            <a:pPr marL="0" indent="0" eaLnBrk="1" hangingPunct="1">
              <a:buNone/>
            </a:pPr>
            <a:r>
              <a:rPr lang="sk-SK" altLang="sk-SK" sz="2000" dirty="0">
                <a:solidFill>
                  <a:schemeClr val="accent3"/>
                </a:solidFill>
              </a:rPr>
              <a:t>- Testovanie a ladenie</a:t>
            </a:r>
          </a:p>
        </p:txBody>
      </p:sp>
      <p:sp>
        <p:nvSpPr>
          <p:cNvPr id="2" name="BlokTextu 1">
            <a:extLst>
              <a:ext uri="{FF2B5EF4-FFF2-40B4-BE49-F238E27FC236}">
                <a16:creationId xmlns:a16="http://schemas.microsoft.com/office/drawing/2014/main" id="{42351366-D878-9C0D-A272-FF8E8BFE0F76}"/>
              </a:ext>
            </a:extLst>
          </p:cNvPr>
          <p:cNvSpPr txBox="1"/>
          <p:nvPr/>
        </p:nvSpPr>
        <p:spPr>
          <a:xfrm>
            <a:off x="4206616" y="5794091"/>
            <a:ext cx="6097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dirty="0">
                <a:solidFill>
                  <a:schemeClr val="accent3"/>
                </a:solidFill>
              </a:rPr>
              <a:t>Návrh a implementácia hardvérového modulu pre </a:t>
            </a:r>
            <a:r>
              <a:rPr lang="sk-SK" dirty="0" err="1">
                <a:solidFill>
                  <a:schemeClr val="accent3"/>
                </a:solidFill>
              </a:rPr>
              <a:t>offline</a:t>
            </a:r>
            <a:r>
              <a:rPr lang="sk-SK" dirty="0">
                <a:solidFill>
                  <a:schemeClr val="accent3"/>
                </a:solidFill>
              </a:rPr>
              <a:t> evidenciu dochádzky pomocou NFC kariet</a:t>
            </a:r>
          </a:p>
        </p:txBody>
      </p:sp>
      <p:cxnSp>
        <p:nvCxnSpPr>
          <p:cNvPr id="3" name="Rovná spojnica 2">
            <a:extLst>
              <a:ext uri="{FF2B5EF4-FFF2-40B4-BE49-F238E27FC236}">
                <a16:creationId xmlns:a16="http://schemas.microsoft.com/office/drawing/2014/main" id="{DD249024-CF55-2FBC-44A9-F3DBFEF71631}"/>
              </a:ext>
            </a:extLst>
          </p:cNvPr>
          <p:cNvCxnSpPr>
            <a:cxnSpLocks/>
          </p:cNvCxnSpPr>
          <p:nvPr/>
        </p:nvCxnSpPr>
        <p:spPr>
          <a:xfrm>
            <a:off x="319088" y="5659655"/>
            <a:ext cx="11279354" cy="0"/>
          </a:xfrm>
          <a:prstGeom prst="line">
            <a:avLst/>
          </a:prstGeom>
          <a:ln>
            <a:solidFill>
              <a:srgbClr val="A3B7B9"/>
            </a:solidFill>
          </a:ln>
          <a:effectLst>
            <a:glow rad="25400">
              <a:schemeClr val="bg1">
                <a:alpha val="34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382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B4376-CD45-0F70-C695-8A2D56E86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16;p41">
            <a:extLst>
              <a:ext uri="{FF2B5EF4-FFF2-40B4-BE49-F238E27FC236}">
                <a16:creationId xmlns:a16="http://schemas.microsoft.com/office/drawing/2014/main" id="{B5F8E46C-6A13-8BAF-5A96-FAA11EDC9DDD}"/>
              </a:ext>
            </a:extLst>
          </p:cNvPr>
          <p:cNvSpPr/>
          <p:nvPr/>
        </p:nvSpPr>
        <p:spPr>
          <a:xfrm>
            <a:off x="1061600" y="576584"/>
            <a:ext cx="286800" cy="2868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7150" dist="476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8" name="Google Shape;317;p41">
            <a:extLst>
              <a:ext uri="{FF2B5EF4-FFF2-40B4-BE49-F238E27FC236}">
                <a16:creationId xmlns:a16="http://schemas.microsoft.com/office/drawing/2014/main" id="{37AA6E10-5889-691D-885A-DB1756C325B4}"/>
              </a:ext>
            </a:extLst>
          </p:cNvPr>
          <p:cNvSpPr/>
          <p:nvPr/>
        </p:nvSpPr>
        <p:spPr>
          <a:xfrm>
            <a:off x="1502433" y="576584"/>
            <a:ext cx="286800" cy="2868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7150" dist="476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D56E818-08B2-028A-D972-B2D4FBCD4169}"/>
              </a:ext>
            </a:extLst>
          </p:cNvPr>
          <p:cNvSpPr txBox="1">
            <a:spLocks/>
          </p:cNvSpPr>
          <p:nvPr/>
        </p:nvSpPr>
        <p:spPr>
          <a:xfrm>
            <a:off x="1061600" y="1063909"/>
            <a:ext cx="8229600" cy="6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 b="0" i="0" u="none" strike="noStrike" cap="non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sk-SK" altLang="sk-SK" sz="3200" dirty="0">
                <a:solidFill>
                  <a:schemeClr val="accent3"/>
                </a:solidFill>
              </a:rPr>
              <a:t>Metódy: </a:t>
            </a:r>
          </a:p>
        </p:txBody>
      </p:sp>
      <p:sp>
        <p:nvSpPr>
          <p:cNvPr id="10" name="Google Shape;318;p41">
            <a:extLst>
              <a:ext uri="{FF2B5EF4-FFF2-40B4-BE49-F238E27FC236}">
                <a16:creationId xmlns:a16="http://schemas.microsoft.com/office/drawing/2014/main" id="{39ED92C9-2DB1-426D-F82E-A5D7033EDF7C}"/>
              </a:ext>
            </a:extLst>
          </p:cNvPr>
          <p:cNvSpPr/>
          <p:nvPr/>
        </p:nvSpPr>
        <p:spPr>
          <a:xfrm>
            <a:off x="10048774" y="5917887"/>
            <a:ext cx="1379406" cy="325467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11" name="Obrázok 10">
            <a:extLst>
              <a:ext uri="{FF2B5EF4-FFF2-40B4-BE49-F238E27FC236}">
                <a16:creationId xmlns:a16="http://schemas.microsoft.com/office/drawing/2014/main" id="{0D6285A6-7938-B500-95B2-C145075B3B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70" y="5742020"/>
            <a:ext cx="3798288" cy="836800"/>
          </a:xfrm>
          <a:prstGeom prst="rect">
            <a:avLst/>
          </a:prstGeom>
        </p:spPr>
      </p:pic>
      <p:sp>
        <p:nvSpPr>
          <p:cNvPr id="12" name="Zástupný objekt pre číslo snímky 9">
            <a:extLst>
              <a:ext uri="{FF2B5EF4-FFF2-40B4-BE49-F238E27FC236}">
                <a16:creationId xmlns:a16="http://schemas.microsoft.com/office/drawing/2014/main" id="{527E548A-50DC-2032-FC03-4559117BE2E0}"/>
              </a:ext>
            </a:extLst>
          </p:cNvPr>
          <p:cNvSpPr txBox="1">
            <a:spLocks/>
          </p:cNvSpPr>
          <p:nvPr/>
        </p:nvSpPr>
        <p:spPr>
          <a:xfrm>
            <a:off x="10500400" y="5917887"/>
            <a:ext cx="731600" cy="2272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764701D9-3D55-4290-AB0F-D5CBCC3CC9A1}" type="slidenum">
              <a:rPr lang="sk-SK" smtClean="0">
                <a:solidFill>
                  <a:schemeClr val="accent3"/>
                </a:solidFill>
              </a:rPr>
              <a:pPr/>
              <a:t>6</a:t>
            </a:fld>
            <a:r>
              <a:rPr lang="sk-SK" dirty="0">
                <a:solidFill>
                  <a:schemeClr val="accent3"/>
                </a:solidFill>
              </a:rPr>
              <a:t>/8</a:t>
            </a:r>
          </a:p>
        </p:txBody>
      </p:sp>
      <p:sp>
        <p:nvSpPr>
          <p:cNvPr id="13" name="Zástupný symbol textu 5">
            <a:extLst>
              <a:ext uri="{FF2B5EF4-FFF2-40B4-BE49-F238E27FC236}">
                <a16:creationId xmlns:a16="http://schemas.microsoft.com/office/drawing/2014/main" id="{4C10488A-AE8C-3651-84B4-18FE74B5D7A0}"/>
              </a:ext>
            </a:extLst>
          </p:cNvPr>
          <p:cNvSpPr txBox="1">
            <a:spLocks/>
          </p:cNvSpPr>
          <p:nvPr/>
        </p:nvSpPr>
        <p:spPr bwMode="auto">
          <a:xfrm>
            <a:off x="1061600" y="1757101"/>
            <a:ext cx="50344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sk-SK" altLang="sk-SK" sz="2000" dirty="0">
                <a:solidFill>
                  <a:schemeClr val="accent3"/>
                </a:solidFill>
              </a:rPr>
              <a:t>- Návrh elektronických obvodov </a:t>
            </a:r>
          </a:p>
          <a:p>
            <a:pPr marL="0" indent="0" eaLnBrk="1" hangingPunct="1">
              <a:buNone/>
            </a:pPr>
            <a:r>
              <a:rPr lang="sk-SK" altLang="sk-SK" sz="2000" dirty="0">
                <a:solidFill>
                  <a:schemeClr val="accent3"/>
                </a:solidFill>
              </a:rPr>
              <a:t>- </a:t>
            </a:r>
            <a:r>
              <a:rPr lang="sk-SK" altLang="sk-SK" sz="2000" dirty="0" err="1">
                <a:solidFill>
                  <a:schemeClr val="accent3"/>
                </a:solidFill>
              </a:rPr>
              <a:t>Prototypovanie</a:t>
            </a:r>
            <a:endParaRPr lang="sk-SK" altLang="sk-SK" sz="2000" dirty="0">
              <a:solidFill>
                <a:schemeClr val="accent3"/>
              </a:solidFill>
            </a:endParaRPr>
          </a:p>
          <a:p>
            <a:pPr marL="0" indent="0" eaLnBrk="1" hangingPunct="1">
              <a:buNone/>
            </a:pPr>
            <a:r>
              <a:rPr lang="sk-SK" altLang="sk-SK" sz="2000" dirty="0">
                <a:solidFill>
                  <a:schemeClr val="accent3"/>
                </a:solidFill>
              </a:rPr>
              <a:t>- Experimentálne testovanie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805CF06-2665-2229-C54C-74F3CFE976E3}"/>
              </a:ext>
            </a:extLst>
          </p:cNvPr>
          <p:cNvSpPr txBox="1">
            <a:spLocks/>
          </p:cNvSpPr>
          <p:nvPr/>
        </p:nvSpPr>
        <p:spPr>
          <a:xfrm>
            <a:off x="6096000" y="1063909"/>
            <a:ext cx="8229600" cy="6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 b="0" i="0" u="none" strike="noStrike" cap="non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sk-SK" altLang="sk-SK" sz="3200" dirty="0">
                <a:solidFill>
                  <a:schemeClr val="accent3"/>
                </a:solidFill>
              </a:rPr>
              <a:t>Nástroje: </a:t>
            </a:r>
          </a:p>
        </p:txBody>
      </p:sp>
      <p:sp>
        <p:nvSpPr>
          <p:cNvPr id="3" name="Zástupný symbol textu 5">
            <a:extLst>
              <a:ext uri="{FF2B5EF4-FFF2-40B4-BE49-F238E27FC236}">
                <a16:creationId xmlns:a16="http://schemas.microsoft.com/office/drawing/2014/main" id="{6BB2384B-A45B-331A-4554-8F5460E05CBF}"/>
              </a:ext>
            </a:extLst>
          </p:cNvPr>
          <p:cNvSpPr txBox="1">
            <a:spLocks/>
          </p:cNvSpPr>
          <p:nvPr/>
        </p:nvSpPr>
        <p:spPr bwMode="auto">
          <a:xfrm>
            <a:off x="6096000" y="1757100"/>
            <a:ext cx="50344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sk-SK" altLang="sk-SK" sz="2000" dirty="0">
                <a:solidFill>
                  <a:schemeClr val="accent3"/>
                </a:solidFill>
              </a:rPr>
              <a:t>- </a:t>
            </a:r>
            <a:r>
              <a:rPr lang="sk-SK" altLang="sk-SK" sz="2000" dirty="0" err="1">
                <a:solidFill>
                  <a:schemeClr val="accent3"/>
                </a:solidFill>
              </a:rPr>
              <a:t>PlatformIO</a:t>
            </a:r>
            <a:endParaRPr lang="sk-SK" altLang="sk-SK" sz="2000" dirty="0">
              <a:solidFill>
                <a:schemeClr val="accent3"/>
              </a:solidFill>
            </a:endParaRPr>
          </a:p>
          <a:p>
            <a:pPr marL="0" indent="0" eaLnBrk="1" hangingPunct="1">
              <a:buNone/>
            </a:pPr>
            <a:r>
              <a:rPr lang="sk-SK" altLang="sk-SK" sz="2000" dirty="0">
                <a:solidFill>
                  <a:schemeClr val="accent3"/>
                </a:solidFill>
              </a:rPr>
              <a:t>- </a:t>
            </a:r>
            <a:r>
              <a:rPr lang="sk-SK" altLang="sk-SK" sz="2000" dirty="0" err="1">
                <a:solidFill>
                  <a:schemeClr val="accent3"/>
                </a:solidFill>
              </a:rPr>
              <a:t>Mikrokontrolér</a:t>
            </a:r>
            <a:endParaRPr lang="sk-SK" altLang="sk-SK" sz="2000" dirty="0">
              <a:solidFill>
                <a:schemeClr val="accent3"/>
              </a:solidFill>
            </a:endParaRPr>
          </a:p>
          <a:p>
            <a:pPr marL="0" indent="0" eaLnBrk="1" hangingPunct="1">
              <a:buNone/>
            </a:pPr>
            <a:r>
              <a:rPr lang="sk-SK" altLang="sk-SK" sz="2000" dirty="0">
                <a:solidFill>
                  <a:schemeClr val="accent3"/>
                </a:solidFill>
              </a:rPr>
              <a:t>- NFC,RTC modul</a:t>
            </a:r>
          </a:p>
          <a:p>
            <a:pPr marL="0" indent="0" eaLnBrk="1" hangingPunct="1">
              <a:buNone/>
            </a:pPr>
            <a:r>
              <a:rPr lang="sk-SK" altLang="sk-SK" sz="2000" dirty="0">
                <a:solidFill>
                  <a:schemeClr val="accent3"/>
                </a:solidFill>
              </a:rPr>
              <a:t>- Pamäť</a:t>
            </a:r>
          </a:p>
          <a:p>
            <a:pPr marL="0" indent="0" eaLnBrk="1" hangingPunct="1">
              <a:buNone/>
            </a:pPr>
            <a:r>
              <a:rPr lang="sk-SK" altLang="sk-SK" sz="2000" dirty="0">
                <a:solidFill>
                  <a:schemeClr val="accent3"/>
                </a:solidFill>
              </a:rPr>
              <a:t>- GIT</a:t>
            </a:r>
          </a:p>
          <a:p>
            <a:pPr marL="0" indent="0" eaLnBrk="1" hangingPunct="1">
              <a:buNone/>
            </a:pPr>
            <a:r>
              <a:rPr lang="sk-SK" altLang="sk-SK" sz="2000" dirty="0">
                <a:solidFill>
                  <a:schemeClr val="accent3"/>
                </a:solidFill>
              </a:rPr>
              <a:t>- API</a:t>
            </a: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DCC9566A-CACF-CDEA-FA6C-787E4C3ABEF4}"/>
              </a:ext>
            </a:extLst>
          </p:cNvPr>
          <p:cNvSpPr txBox="1"/>
          <p:nvPr/>
        </p:nvSpPr>
        <p:spPr>
          <a:xfrm>
            <a:off x="4206616" y="5794091"/>
            <a:ext cx="6097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dirty="0">
                <a:solidFill>
                  <a:schemeClr val="accent3"/>
                </a:solidFill>
              </a:rPr>
              <a:t>Návrh a implementácia hardvérového modulu pre </a:t>
            </a:r>
            <a:r>
              <a:rPr lang="sk-SK" dirty="0" err="1">
                <a:solidFill>
                  <a:schemeClr val="accent3"/>
                </a:solidFill>
              </a:rPr>
              <a:t>offline</a:t>
            </a:r>
            <a:r>
              <a:rPr lang="sk-SK" dirty="0">
                <a:solidFill>
                  <a:schemeClr val="accent3"/>
                </a:solidFill>
              </a:rPr>
              <a:t> evidenciu dochádzky pomocou NFC kariet</a:t>
            </a:r>
          </a:p>
        </p:txBody>
      </p:sp>
      <p:cxnSp>
        <p:nvCxnSpPr>
          <p:cNvPr id="5" name="Rovná spojnica 4">
            <a:extLst>
              <a:ext uri="{FF2B5EF4-FFF2-40B4-BE49-F238E27FC236}">
                <a16:creationId xmlns:a16="http://schemas.microsoft.com/office/drawing/2014/main" id="{6CDFC9B0-308C-AAE9-AFDB-DDEFA14D1F17}"/>
              </a:ext>
            </a:extLst>
          </p:cNvPr>
          <p:cNvCxnSpPr>
            <a:cxnSpLocks/>
          </p:cNvCxnSpPr>
          <p:nvPr/>
        </p:nvCxnSpPr>
        <p:spPr>
          <a:xfrm>
            <a:off x="319088" y="5659655"/>
            <a:ext cx="11279354" cy="0"/>
          </a:xfrm>
          <a:prstGeom prst="line">
            <a:avLst/>
          </a:prstGeom>
          <a:ln>
            <a:solidFill>
              <a:srgbClr val="A3B7B9"/>
            </a:solidFill>
          </a:ln>
          <a:effectLst>
            <a:glow rad="25400">
              <a:schemeClr val="bg1">
                <a:alpha val="34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53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CB018-17EC-3C0D-CC61-1B0A36B46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16;p41">
            <a:extLst>
              <a:ext uri="{FF2B5EF4-FFF2-40B4-BE49-F238E27FC236}">
                <a16:creationId xmlns:a16="http://schemas.microsoft.com/office/drawing/2014/main" id="{3E511810-2C62-C12F-4F40-A4584F121579}"/>
              </a:ext>
            </a:extLst>
          </p:cNvPr>
          <p:cNvSpPr/>
          <p:nvPr/>
        </p:nvSpPr>
        <p:spPr>
          <a:xfrm>
            <a:off x="1061600" y="576584"/>
            <a:ext cx="286800" cy="2868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7150" dist="476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8" name="Google Shape;317;p41">
            <a:extLst>
              <a:ext uri="{FF2B5EF4-FFF2-40B4-BE49-F238E27FC236}">
                <a16:creationId xmlns:a16="http://schemas.microsoft.com/office/drawing/2014/main" id="{BE4CF812-4A1A-DE42-1737-6898CAE7CF07}"/>
              </a:ext>
            </a:extLst>
          </p:cNvPr>
          <p:cNvSpPr/>
          <p:nvPr/>
        </p:nvSpPr>
        <p:spPr>
          <a:xfrm>
            <a:off x="1502433" y="576584"/>
            <a:ext cx="286800" cy="2868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7150" dist="476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52EA711-999C-D826-75E4-A52A41F4ACA8}"/>
              </a:ext>
            </a:extLst>
          </p:cNvPr>
          <p:cNvSpPr txBox="1">
            <a:spLocks/>
          </p:cNvSpPr>
          <p:nvPr/>
        </p:nvSpPr>
        <p:spPr>
          <a:xfrm>
            <a:off x="1061600" y="1063909"/>
            <a:ext cx="8229600" cy="6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 b="0" i="0" u="none" strike="noStrike" cap="non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sk-SK" altLang="sk-SK" sz="3200" dirty="0">
                <a:solidFill>
                  <a:schemeClr val="accent3"/>
                </a:solidFill>
              </a:rPr>
              <a:t>Aktuálny stav: </a:t>
            </a:r>
          </a:p>
        </p:txBody>
      </p:sp>
      <p:sp>
        <p:nvSpPr>
          <p:cNvPr id="10" name="Google Shape;318;p41">
            <a:extLst>
              <a:ext uri="{FF2B5EF4-FFF2-40B4-BE49-F238E27FC236}">
                <a16:creationId xmlns:a16="http://schemas.microsoft.com/office/drawing/2014/main" id="{C54EAC61-CE8A-7DBD-B0BF-78FB66FE5755}"/>
              </a:ext>
            </a:extLst>
          </p:cNvPr>
          <p:cNvSpPr/>
          <p:nvPr/>
        </p:nvSpPr>
        <p:spPr>
          <a:xfrm>
            <a:off x="10048774" y="5917887"/>
            <a:ext cx="1379406" cy="325467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11" name="Obrázok 10">
            <a:extLst>
              <a:ext uri="{FF2B5EF4-FFF2-40B4-BE49-F238E27FC236}">
                <a16:creationId xmlns:a16="http://schemas.microsoft.com/office/drawing/2014/main" id="{DDB070EE-4290-452F-8D35-B4E546934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70" y="5742020"/>
            <a:ext cx="3798288" cy="836800"/>
          </a:xfrm>
          <a:prstGeom prst="rect">
            <a:avLst/>
          </a:prstGeom>
        </p:spPr>
      </p:pic>
      <p:sp>
        <p:nvSpPr>
          <p:cNvPr id="12" name="Zástupný objekt pre číslo snímky 9">
            <a:extLst>
              <a:ext uri="{FF2B5EF4-FFF2-40B4-BE49-F238E27FC236}">
                <a16:creationId xmlns:a16="http://schemas.microsoft.com/office/drawing/2014/main" id="{CF78876A-71E5-C579-43FE-A539DAF153FB}"/>
              </a:ext>
            </a:extLst>
          </p:cNvPr>
          <p:cNvSpPr txBox="1">
            <a:spLocks/>
          </p:cNvSpPr>
          <p:nvPr/>
        </p:nvSpPr>
        <p:spPr>
          <a:xfrm>
            <a:off x="10500400" y="5917887"/>
            <a:ext cx="731600" cy="2272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764701D9-3D55-4290-AB0F-D5CBCC3CC9A1}" type="slidenum">
              <a:rPr lang="sk-SK" smtClean="0">
                <a:solidFill>
                  <a:schemeClr val="accent3"/>
                </a:solidFill>
              </a:rPr>
              <a:pPr/>
              <a:t>7</a:t>
            </a:fld>
            <a:r>
              <a:rPr lang="sk-SK" dirty="0">
                <a:solidFill>
                  <a:schemeClr val="accent3"/>
                </a:solidFill>
              </a:rPr>
              <a:t>/8</a:t>
            </a:r>
          </a:p>
        </p:txBody>
      </p:sp>
      <p:sp>
        <p:nvSpPr>
          <p:cNvPr id="13" name="Zástupný symbol textu 5">
            <a:extLst>
              <a:ext uri="{FF2B5EF4-FFF2-40B4-BE49-F238E27FC236}">
                <a16:creationId xmlns:a16="http://schemas.microsoft.com/office/drawing/2014/main" id="{2056926F-87FF-1F24-2498-C512AECACD94}"/>
              </a:ext>
            </a:extLst>
          </p:cNvPr>
          <p:cNvSpPr txBox="1">
            <a:spLocks/>
          </p:cNvSpPr>
          <p:nvPr/>
        </p:nvSpPr>
        <p:spPr bwMode="auto">
          <a:xfrm>
            <a:off x="-2663377" y="1620772"/>
            <a:ext cx="81280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endParaRPr lang="sk-SK" altLang="sk-SK" sz="2000" dirty="0">
              <a:solidFill>
                <a:schemeClr val="accent3"/>
              </a:solidFill>
            </a:endParaRPr>
          </a:p>
        </p:txBody>
      </p:sp>
      <p:pic>
        <p:nvPicPr>
          <p:cNvPr id="2050" name="Picture 2" descr="AttenScan v3">
            <a:extLst>
              <a:ext uri="{FF2B5EF4-FFF2-40B4-BE49-F238E27FC236}">
                <a16:creationId xmlns:a16="http://schemas.microsoft.com/office/drawing/2014/main" id="{4617C199-7BCF-336A-FFF4-5CC2B13DC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523" y="2025846"/>
            <a:ext cx="1905000" cy="253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chema zapojenia">
            <a:extLst>
              <a:ext uri="{FF2B5EF4-FFF2-40B4-BE49-F238E27FC236}">
                <a16:creationId xmlns:a16="http://schemas.microsoft.com/office/drawing/2014/main" id="{FCACB760-C3B4-0168-6CB5-FD5E8A32C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3947" y="665142"/>
            <a:ext cx="7068053" cy="4999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BlokTextu 1">
            <a:extLst>
              <a:ext uri="{FF2B5EF4-FFF2-40B4-BE49-F238E27FC236}">
                <a16:creationId xmlns:a16="http://schemas.microsoft.com/office/drawing/2014/main" id="{23618D2A-5565-F2DE-4178-DEE7F8C525D9}"/>
              </a:ext>
            </a:extLst>
          </p:cNvPr>
          <p:cNvSpPr txBox="1"/>
          <p:nvPr/>
        </p:nvSpPr>
        <p:spPr>
          <a:xfrm>
            <a:off x="4206616" y="5794091"/>
            <a:ext cx="6097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dirty="0">
                <a:solidFill>
                  <a:schemeClr val="accent3"/>
                </a:solidFill>
              </a:rPr>
              <a:t>Návrh a implementácia hardvérového modulu pre </a:t>
            </a:r>
            <a:r>
              <a:rPr lang="sk-SK" dirty="0" err="1">
                <a:solidFill>
                  <a:schemeClr val="accent3"/>
                </a:solidFill>
              </a:rPr>
              <a:t>offline</a:t>
            </a:r>
            <a:r>
              <a:rPr lang="sk-SK" dirty="0">
                <a:solidFill>
                  <a:schemeClr val="accent3"/>
                </a:solidFill>
              </a:rPr>
              <a:t> evidenciu dochádzky pomocou NFC kariet</a:t>
            </a:r>
          </a:p>
        </p:txBody>
      </p:sp>
      <p:cxnSp>
        <p:nvCxnSpPr>
          <p:cNvPr id="3" name="Rovná spojnica 2">
            <a:extLst>
              <a:ext uri="{FF2B5EF4-FFF2-40B4-BE49-F238E27FC236}">
                <a16:creationId xmlns:a16="http://schemas.microsoft.com/office/drawing/2014/main" id="{EC597E73-0D7F-F875-478A-DD744F8E60AA}"/>
              </a:ext>
            </a:extLst>
          </p:cNvPr>
          <p:cNvCxnSpPr>
            <a:cxnSpLocks/>
          </p:cNvCxnSpPr>
          <p:nvPr/>
        </p:nvCxnSpPr>
        <p:spPr>
          <a:xfrm>
            <a:off x="319088" y="5659655"/>
            <a:ext cx="3826668" cy="0"/>
          </a:xfrm>
          <a:prstGeom prst="line">
            <a:avLst/>
          </a:prstGeom>
          <a:ln>
            <a:solidFill>
              <a:srgbClr val="A3B7B9"/>
            </a:solidFill>
          </a:ln>
          <a:effectLst>
            <a:glow rad="25400">
              <a:schemeClr val="bg1">
                <a:alpha val="34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Rovná spojnica 4">
            <a:extLst>
              <a:ext uri="{FF2B5EF4-FFF2-40B4-BE49-F238E27FC236}">
                <a16:creationId xmlns:a16="http://schemas.microsoft.com/office/drawing/2014/main" id="{068F4790-3303-DABB-0513-20C5B136FB53}"/>
              </a:ext>
            </a:extLst>
          </p:cNvPr>
          <p:cNvCxnSpPr>
            <a:cxnSpLocks/>
          </p:cNvCxnSpPr>
          <p:nvPr/>
        </p:nvCxnSpPr>
        <p:spPr>
          <a:xfrm>
            <a:off x="11251406" y="5659655"/>
            <a:ext cx="347036" cy="0"/>
          </a:xfrm>
          <a:prstGeom prst="line">
            <a:avLst/>
          </a:prstGeom>
          <a:ln>
            <a:solidFill>
              <a:srgbClr val="A3B7B9"/>
            </a:solidFill>
          </a:ln>
          <a:effectLst>
            <a:glow rad="25400">
              <a:schemeClr val="bg1">
                <a:alpha val="34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744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F92AF42D-20CC-D97D-8818-03577DC4C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1">
            <a:extLst>
              <a:ext uri="{FF2B5EF4-FFF2-40B4-BE49-F238E27FC236}">
                <a16:creationId xmlns:a16="http://schemas.microsoft.com/office/drawing/2014/main" id="{83F22B6C-CBF2-D966-12A8-B6C994E23F55}"/>
              </a:ext>
            </a:extLst>
          </p:cNvPr>
          <p:cNvSpPr/>
          <p:nvPr/>
        </p:nvSpPr>
        <p:spPr>
          <a:xfrm>
            <a:off x="1061600" y="576584"/>
            <a:ext cx="286800" cy="2868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7150" dist="476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17" name="Google Shape;317;p41">
            <a:extLst>
              <a:ext uri="{FF2B5EF4-FFF2-40B4-BE49-F238E27FC236}">
                <a16:creationId xmlns:a16="http://schemas.microsoft.com/office/drawing/2014/main" id="{E7E5CF0C-D08C-0D16-1762-9C684F820E38}"/>
              </a:ext>
            </a:extLst>
          </p:cNvPr>
          <p:cNvSpPr/>
          <p:nvPr/>
        </p:nvSpPr>
        <p:spPr>
          <a:xfrm>
            <a:off x="1502433" y="576584"/>
            <a:ext cx="286800" cy="2868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7150" dist="476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0F5C7D0-19E1-4605-E868-3910D28CE0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2433" y="1070157"/>
            <a:ext cx="9425673" cy="1876061"/>
          </a:xfrm>
        </p:spPr>
        <p:txBody>
          <a:bodyPr/>
          <a:lstStyle/>
          <a:p>
            <a:r>
              <a:rPr lang="sk-SK" sz="3600" b="1" dirty="0">
                <a:latin typeface="+mj-lt"/>
              </a:rPr>
              <a:t>Návrh a implementácia hardvérového modulu pre </a:t>
            </a:r>
            <a:r>
              <a:rPr lang="sk-SK" sz="3600" b="1" dirty="0" err="1">
                <a:latin typeface="+mj-lt"/>
              </a:rPr>
              <a:t>offline</a:t>
            </a:r>
            <a:r>
              <a:rPr lang="sk-SK" sz="3600" b="1" dirty="0">
                <a:latin typeface="+mj-lt"/>
              </a:rPr>
              <a:t> evidenciu dochádzky pomocou NFC kariet</a:t>
            </a:r>
            <a:endParaRPr lang="sk-SK" altLang="sk-SK" sz="3600" dirty="0">
              <a:latin typeface="+mj-lt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97D7262-3DD0-3AFE-CBB7-FDA16780B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8400" y="2940050"/>
            <a:ext cx="6997700" cy="723900"/>
          </a:xfrm>
        </p:spPr>
        <p:txBody>
          <a:bodyPr/>
          <a:lstStyle/>
          <a:p>
            <a:pPr eaLnBrk="1" hangingPunct="1"/>
            <a:r>
              <a:rPr lang="sk-SK" altLang="sk-SK" dirty="0">
                <a:latin typeface="+mn-lt"/>
              </a:rPr>
              <a:t>Aleš Hrehuš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E576114-EA4C-204D-BA11-B0C0A3EDEF6E}"/>
              </a:ext>
            </a:extLst>
          </p:cNvPr>
          <p:cNvSpPr txBox="1">
            <a:spLocks/>
          </p:cNvSpPr>
          <p:nvPr/>
        </p:nvSpPr>
        <p:spPr>
          <a:xfrm>
            <a:off x="1460500" y="3917950"/>
            <a:ext cx="6997700" cy="79057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sk-SK" altLang="sk-SK" sz="1800" dirty="0">
                <a:solidFill>
                  <a:schemeClr val="accent3"/>
                </a:solidFill>
              </a:rPr>
              <a:t>Vedúci BP: doc. Ing. Juraj </a:t>
            </a:r>
            <a:r>
              <a:rPr lang="sk-SK" altLang="sk-SK" sz="1800" dirty="0" err="1">
                <a:solidFill>
                  <a:schemeClr val="accent3"/>
                </a:solidFill>
              </a:rPr>
              <a:t>Ďuďák</a:t>
            </a:r>
            <a:r>
              <a:rPr lang="sk-SK" altLang="sk-SK" sz="1800" dirty="0">
                <a:solidFill>
                  <a:schemeClr val="accent3"/>
                </a:solidFill>
              </a:rPr>
              <a:t>, PhD.</a:t>
            </a:r>
          </a:p>
          <a:p>
            <a:r>
              <a:rPr lang="sk-SK" altLang="sk-SK" sz="1800" dirty="0">
                <a:solidFill>
                  <a:schemeClr val="accent3"/>
                </a:solidFill>
              </a:rPr>
              <a:t>2025/2026</a:t>
            </a:r>
          </a:p>
        </p:txBody>
      </p:sp>
      <p:pic>
        <p:nvPicPr>
          <p:cNvPr id="11" name="Obrázok 10">
            <a:extLst>
              <a:ext uri="{FF2B5EF4-FFF2-40B4-BE49-F238E27FC236}">
                <a16:creationId xmlns:a16="http://schemas.microsoft.com/office/drawing/2014/main" id="{9FBBBC07-D278-9399-0901-6F94B97D00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70" y="5742020"/>
            <a:ext cx="3798288" cy="8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876695"/>
      </p:ext>
    </p:extLst>
  </p:cSld>
  <p:clrMapOvr>
    <a:masterClrMapping/>
  </p:clrMapOvr>
</p:sld>
</file>

<file path=ppt/theme/theme1.xml><?xml version="1.0" encoding="utf-8"?>
<a:theme xmlns:a="http://schemas.openxmlformats.org/drawingml/2006/main" name="Engineering Major for College: Computer Engineering by Slidesgo">
  <a:themeElements>
    <a:clrScheme name="Simple Light">
      <a:dk1>
        <a:srgbClr val="1C1C1C"/>
      </a:dk1>
      <a:lt1>
        <a:srgbClr val="F3F3F3"/>
      </a:lt1>
      <a:dk2>
        <a:srgbClr val="426B6A"/>
      </a:dk2>
      <a:lt2>
        <a:srgbClr val="00FF00"/>
      </a:lt2>
      <a:accent1>
        <a:srgbClr val="F81616"/>
      </a:accent1>
      <a:accent2>
        <a:srgbClr val="A3B7B9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Engineering Major for College_ Computer Engineering by Slidesgo</Template>
  <TotalTime>69</TotalTime>
  <Words>297</Words>
  <Application>Microsoft Office PowerPoint</Application>
  <PresentationFormat>Širokouhlá</PresentationFormat>
  <Paragraphs>57</Paragraphs>
  <Slides>8</Slides>
  <Notes>2</Notes>
  <HiddenSlides>0</HiddenSlides>
  <MMClips>0</MMClips>
  <ScaleCrop>false</ScaleCrop>
  <HeadingPairs>
    <vt:vector size="6" baseType="variant">
      <vt:variant>
        <vt:lpstr>Použité písma</vt:lpstr>
      </vt:variant>
      <vt:variant>
        <vt:i4>7</vt:i4>
      </vt:variant>
      <vt:variant>
        <vt:lpstr>Motív</vt:lpstr>
      </vt:variant>
      <vt:variant>
        <vt:i4>2</vt:i4>
      </vt:variant>
      <vt:variant>
        <vt:lpstr>Nadpisy snímok</vt:lpstr>
      </vt:variant>
      <vt:variant>
        <vt:i4>8</vt:i4>
      </vt:variant>
    </vt:vector>
  </HeadingPairs>
  <TitlesOfParts>
    <vt:vector size="17" baseType="lpstr">
      <vt:lpstr>Arial</vt:lpstr>
      <vt:lpstr>Bebas Neue</vt:lpstr>
      <vt:lpstr>Calibri</vt:lpstr>
      <vt:lpstr>Inconsolata</vt:lpstr>
      <vt:lpstr>Open Sans</vt:lpstr>
      <vt:lpstr>Proxima Nova</vt:lpstr>
      <vt:lpstr>Russo One</vt:lpstr>
      <vt:lpstr>Engineering Major for College: Computer Engineering by Slidesgo</vt:lpstr>
      <vt:lpstr>Slidesgo Final Pages</vt:lpstr>
      <vt:lpstr>Návrh a implementácia hardvérového modulu pre offline evidenciu dochádzky pomocou NFC kariet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Návrh a implementácia hardvérového modulu pre offline evidenciu dochádzky pomocou NFC kariet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 hrehus</dc:creator>
  <cp:lastModifiedBy>ales hrehus</cp:lastModifiedBy>
  <cp:revision>2</cp:revision>
  <dcterms:created xsi:type="dcterms:W3CDTF">2025-11-26T21:28:51Z</dcterms:created>
  <dcterms:modified xsi:type="dcterms:W3CDTF">2025-11-26T22:38:17Z</dcterms:modified>
</cp:coreProperties>
</file>