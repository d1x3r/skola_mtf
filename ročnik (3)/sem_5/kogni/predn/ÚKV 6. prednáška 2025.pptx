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70" r:id="rId6"/>
    <p:sldId id="260" r:id="rId7"/>
    <p:sldId id="261" r:id="rId8"/>
    <p:sldId id="262" r:id="rId9"/>
    <p:sldId id="263" r:id="rId10"/>
    <p:sldId id="265" r:id="rId11"/>
    <p:sldId id="271" r:id="rId12"/>
    <p:sldId id="267" r:id="rId13"/>
    <p:sldId id="268" r:id="rId14"/>
    <p:sldId id="269" r:id="rId15"/>
  </p:sldIdLst>
  <p:sldSz cx="12192000" cy="6858000"/>
  <p:notesSz cx="12192000" cy="6858000"/>
  <p:embeddedFontLst>
    <p:embeddedFont>
      <p:font typeface="KEBIPQ+Trebuchet MS" panose="020B0604020202020204" charset="0"/>
      <p:regular r:id="rId16"/>
    </p:embeddedFont>
    <p:embeddedFont>
      <p:font typeface="QQOPDH+Trebuchet MS Italic" panose="020B0604020202020204" charset="0"/>
      <p:regular r:id="rId17"/>
    </p:embeddedFont>
    <p:embeddedFont>
      <p:font typeface="Times New Roman" panose="02020603050405020304" pitchFamily="18" charset="0"/>
      <p:regular r:id="rId18"/>
    </p:embeddedFont>
    <p:embeddedFont>
      <p:font typeface="Calibri" panose="020F0502020204030204" pitchFamily="34" charset="0"/>
      <p:regular r:id="rId19"/>
      <p:bold r:id="rId20"/>
      <p:italic r:id="rId21"/>
      <p:boldItalic r:id="rId22"/>
    </p:embeddedFont>
    <p:embeddedFont>
      <p:font typeface="TUJTQB+Trebuchet MS" panose="020B0604020202020204" charset="0"/>
      <p:regular r:id="rId23"/>
    </p:embeddedFont>
    <p:embeddedFont>
      <p:font typeface="DUARWJ+Trebuchet MS Bold" panose="020B0604020202020204" charset="0"/>
      <p:regular r:id="rId24"/>
    </p:embeddedFont>
    <p:embeddedFont>
      <p:font typeface="LIGQAD+Century Gothic Bold" panose="020B0604020202020204" charset="0"/>
      <p:regular r:id="rId25"/>
    </p:embeddedFont>
    <p:embeddedFont>
      <p:font typeface="MKHQLP+Wingdings 3" panose="020B0604020202020204" charset="2"/>
      <p:regular r:id="rId26"/>
    </p:embeddedFont>
    <p:embeddedFont>
      <p:font typeface="SDUHJH+Arial" panose="020B0604020202020204" charset="0"/>
      <p:regular r:id="rId27"/>
    </p:embeddedFont>
    <p:embeddedFont>
      <p:font typeface="JNBHTM+Trebuchet MS Bold" panose="020B0604020202020204" charset="0"/>
      <p:regular r:id="rId28"/>
    </p:embeddedFont>
    <p:embeddedFont>
      <p:font typeface="Sitka Heading" pitchFamily="2" charset="0"/>
      <p:regular r:id="rId29"/>
      <p:bold r:id="rId30"/>
      <p:italic r:id="rId31"/>
      <p:boldItalic r:id="rId32"/>
    </p:embeddedFont>
  </p:embeddedFontLst>
  <p:defaultText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vana Novotná" initials="IN" lastIdx="11" clrIdx="0">
    <p:extLst>
      <p:ext uri="{19B8F6BF-5375-455C-9EA6-DF929625EA0E}">
        <p15:presenceInfo xmlns:p15="http://schemas.microsoft.com/office/powerpoint/2012/main" userId="Ivana Novotná"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87" d="100"/>
          <a:sy n="87" d="100"/>
        </p:scale>
        <p:origin x="528" y="58"/>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21" Type="http://schemas.openxmlformats.org/officeDocument/2006/relationships/font" Target="fonts/font6.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11-26T18:02:02.811" idx="7">
    <p:pos x="3976" y="188"/>
    <p:text>Teória hier je odvetvie matematiky a ekonómie, ktoré študuje výber optimálneho správania jednotlivca, keď náklady a prínosy každej možnosti nie sú stanovené vopred, ale závisia od voľby iných jednotlivcov.</p:text>
    <p:extLst>
      <p:ext uri="{C676402C-5697-4E1C-873F-D02D1690AC5C}">
        <p15:threadingInfo xmlns:p15="http://schemas.microsoft.com/office/powerpoint/2012/main" timeZoneBias="-6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4-11-26T18:07:15.888" idx="8">
    <p:pos x="2085" y="1233"/>
    <p:text>Život je prežitie a prežitie je súťaž. Vždy, keď dva alebo viac subjektov čelia obmedzeniam, ako je napríklad pevné množstvo zdrojov, v scenári výhra/prehra sa objaví konkurencia. Je to nevyhnutné a prirodzené.</p:text>
    <p:extLst>
      <p:ext uri="{C676402C-5697-4E1C-873F-D02D1690AC5C}">
        <p15:threadingInfo xmlns:p15="http://schemas.microsoft.com/office/powerpoint/2012/main" timeZoneBias="-6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4-11-26T18:18:43.394" idx="9">
    <p:pos x="5121" y="964"/>
    <p:text>Teória hier sa vo veľkej miere pripisuje práci matematika (jeden z prvých 6 profesorov matematiky) Johna von Neumanna a ekonóma Oskara Morgensterna v 40. rokoch 20. storočia a v 50. rokoch ju vo veľkom rozvinuli mnohí ďalší výskumníci a vedci. Dodnes zostáva oblasťou aktívneho výskumu a aplikovanej vedy. V roku 1944 spolu napísali a vydali knihu Theory of Games and Economic Behaviour v ktorej riešili prípady spolupracujúcich stratégii správania sa.
Teória hier a ekonomické správanie , publikovaná v roku 1944 Johnom von Neumannom a ekonómom Oskarom Morgensternom, sa považuje za prelomový text, ktorý oficiálne ustanovil teóriu hier ako interdisciplinárnu oblasť výskumu. V skutočnosti, v úvode svojho 60. výročia ho Princeton University Press opísala ako „klasické dielo, na ktorom je založená moderná teória hier“.
Napriek tomu, že TH je relatívne mladá disciplína vedeckého bádania, jej historické korene siahajú ďaleko do dávnej minulosti a svojou podstatou úzko súvisia s filozofiou. 
Prvé stretnutie s TH možno nájsť už v staroveku a súvisí s bojmi a strategickým správaním. Každá vojna, ale aj jej imitovanie v hre či športe predpokladajú porozumenie teoretickému rámcu TH. Jasným príkladom toho je napríklad šach. Podstatou úspechu v tejto viac ako 2600 rokov starej hre je schopnosť predpokladť správanie (ťahy) súpera vopred a prispôsobiť tomu vlastné správanie. Obidvom hráčom je pritom jasné, že ich celkové ciele sú rovnaké a to vyhrať., ale algoritmus krokov, ktoré ich k tomu privedú, musí byť značne odlišný</p:text>
    <p:extLst>
      <p:ext uri="{C676402C-5697-4E1C-873F-D02D1690AC5C}">
        <p15:threadingInfo xmlns:p15="http://schemas.microsoft.com/office/powerpoint/2012/main" timeZoneBias="-6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4-10-31T11:34:56.735" idx="4">
    <p:pos x="2842" y="2470"/>
    <p:text>Blaise Pascal (1623-1662), francúzsky matematik, fyzik a teológ navrhol v 17. storočí pre nerozhodných vo viere  neštandardné riešenie. Vyhlásil, že pri dileme, či Boh existuje alebo nie, je vždy výhodnejšie „vsadiť“ na jeho existenciu. Ak sa preukáže, že existuje, potom človek vyhrá. Ak nevsadí a Boh existuje, potom ho čaká vážna prehra. Ak Boh neexistuje, nie je to žiadna strata. Čiže vždy je lepšie veriť, než neveriť. Teória má mnoho kritikov, jeden z názorov označuje Pascalovu stávku za vypočítavú špekuláciu.</p:text>
    <p:extLst>
      <p:ext uri="{C676402C-5697-4E1C-873F-D02D1690AC5C}">
        <p15:threadingInfo xmlns:p15="http://schemas.microsoft.com/office/powerpoint/2012/main" timeZoneBias="-6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12-09T12:38:46.050" idx="3">
    <p:pos x="3162" y="3274"/>
    <p:text>V krátkom videu je vysvetlený princíp "väzňovej dilemy".</p:text>
    <p:extLst>
      <p:ext uri="{C676402C-5697-4E1C-873F-D02D1690AC5C}">
        <p15:threadingInfo xmlns:p15="http://schemas.microsoft.com/office/powerpoint/2012/main" timeZoneBias="-60"/>
      </p:ext>
    </p:extLst>
  </p:cm>
  <p:cm authorId="1" dt="2024-11-13T14:10:06.870" idx="5">
    <p:pos x="3162" y="3410"/>
    <p:text>https://www.youtube.com/watch?v=6ipsmaFRwmg</p:text>
    <p:extLst>
      <p:ext uri="{C676402C-5697-4E1C-873F-D02D1690AC5C}">
        <p15:threadingInfo xmlns:p15="http://schemas.microsoft.com/office/powerpoint/2012/main" timeZoneBias="-60">
          <p15:parentCm authorId="1" idx="3"/>
        </p15:threadingInfo>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4-11-26T21:43:24.904" idx="10">
    <p:pos x="4023" y="1849"/>
    <p:text>Príklad: dve firmy sa spolupodieľajú na vývoji produktu. Niekoľko možností: uviesť ho na trh (len jedna firma - podrazí druhú, druhá firma má miernu stratu - čo vložila do vývoja); alebo obidve firmy budú produkt predávať - avšak si budú musieť deliť zákazníkov a budú si konkurovať; alebo produkt nepredáva ani jedna firma.</p:text>
    <p:extLst mod="1">
      <p:ext uri="{C676402C-5697-4E1C-873F-D02D1690AC5C}">
        <p15:threadingInfo xmlns:p15="http://schemas.microsoft.com/office/powerpoint/2012/main" timeZoneBias="-60"/>
      </p:ext>
    </p:extLst>
  </p:cm>
  <p:cm authorId="1" dt="2024-11-26T21:46:59.950" idx="11">
    <p:pos x="4023" y="1985"/>
    <p:text>Druhý príklad: cena lístka MHD by klesla o 10%, ak by sa zrušila pozícia revízorov - ale ľudia by začali chodiť na čierno (strata pre dopravný podnik).</p:text>
    <p:extLst mod="1">
      <p:ext uri="{C676402C-5697-4E1C-873F-D02D1690AC5C}">
        <p15:threadingInfo xmlns:p15="http://schemas.microsoft.com/office/powerpoint/2012/main" timeZoneBias="-60">
          <p15:parentCm authorId="1" idx="10"/>
        </p15:threadingInfo>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smtClean="0"/>
              <a:t>Title</a:t>
            </a:r>
            <a:endParaRPr lang="en-US"/>
          </a:p>
        </p:txBody>
      </p:sp>
      <p:sp>
        <p:nvSpPr>
          <p:cNvPr id="3" name="Text 2"/>
          <p:cNvSpPr>
            <a:spLocks noGrp="1"/>
          </p:cNvSpPr>
          <p:nvPr>
            <p:ph type="body" idx="1"/>
          </p:nvPr>
        </p:nvSpPr>
        <p:spPr/>
        <p:txBody>
          <a:bodyPr/>
          <a:lstStyle/>
          <a:p>
            <a:pPr lvl="0"/>
            <a:r>
              <a:rPr lang="en-US" smtClean="0"/>
              <a:t>Text</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3"/>
          <p:cNvSpPr>
            <a:spLocks noGrp="1"/>
          </p:cNvSpPr>
          <p:nvPr>
            <p:ph type="dt" sz="half" idx="10"/>
          </p:nvPr>
        </p:nvSpPr>
        <p:spPr/>
        <p:txBody>
          <a:bodyPr/>
          <a:lstStyle/>
          <a:p>
            <a:fld id="{C16525B2-4347-4F72-BAF7-76B19438D329}" type="datetimeFigureOut">
              <a:rPr lang="en-US" smtClean="0"/>
              <a:t>11/27/2025</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7666" y="427735"/>
            <a:ext cx="6797992" cy="171094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7666" y="2459482"/>
            <a:ext cx="6797992"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68130" y="9944862"/>
            <a:ext cx="2417063"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7666" y="9944862"/>
            <a:ext cx="1737264"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11/27/2025</a:t>
            </a:fld>
            <a:endParaRPr lang="en-US"/>
          </a:p>
        </p:txBody>
      </p:sp>
      <p:sp>
        <p:nvSpPr>
          <p:cNvPr id="6" name="Holder 6"/>
          <p:cNvSpPr>
            <a:spLocks noGrp="1"/>
          </p:cNvSpPr>
          <p:nvPr>
            <p:ph type="sldNum" sz="quarter" idx="7"/>
          </p:nvPr>
        </p:nvSpPr>
        <p:spPr>
          <a:xfrm>
            <a:off x="5438394" y="9944862"/>
            <a:ext cx="1737264"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comments" Target="../comments/comment5.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5693410" y="3204126"/>
            <a:ext cx="3645918" cy="1356297"/>
          </a:xfrm>
          <a:prstGeom prst="rect">
            <a:avLst/>
          </a:prstGeom>
        </p:spPr>
        <p:txBody>
          <a:bodyPr vert="horz" wrap="square" lIns="0" tIns="0" rIns="0" bIns="0" rtlCol="0">
            <a:spAutoFit/>
          </a:bodyPr>
          <a:lstStyle/>
          <a:p>
            <a:pPr marL="0" marR="0">
              <a:lnSpc>
                <a:spcPts val="6272"/>
              </a:lnSpc>
              <a:spcBef>
                <a:spcPts val="0"/>
              </a:spcBef>
              <a:spcAft>
                <a:spcPts val="0"/>
              </a:spcAft>
            </a:pPr>
            <a:r>
              <a:rPr sz="5400" b="1" spc="-102" dirty="0">
                <a:solidFill>
                  <a:srgbClr val="236292"/>
                </a:solidFill>
                <a:latin typeface="JNBHTM+Trebuchet MS Bold"/>
                <a:cs typeface="JNBHTM+Trebuchet MS Bold"/>
              </a:rPr>
              <a:t>Teória</a:t>
            </a:r>
            <a:r>
              <a:rPr sz="5400" b="1" spc="104" dirty="0">
                <a:solidFill>
                  <a:srgbClr val="236292"/>
                </a:solidFill>
                <a:latin typeface="JNBHTM+Trebuchet MS Bold"/>
                <a:cs typeface="JNBHTM+Trebuchet MS Bold"/>
              </a:rPr>
              <a:t> </a:t>
            </a:r>
            <a:r>
              <a:rPr sz="5400" b="1" dirty="0">
                <a:solidFill>
                  <a:srgbClr val="236292"/>
                </a:solidFill>
                <a:latin typeface="JNBHTM+Trebuchet MS Bold"/>
                <a:cs typeface="JNBHTM+Trebuchet MS Bold"/>
              </a:rPr>
              <a:t>hier</a:t>
            </a:r>
          </a:p>
          <a:p>
            <a:pPr marL="1448054" marR="0">
              <a:lnSpc>
                <a:spcPts val="3260"/>
              </a:lnSpc>
              <a:spcBef>
                <a:spcPts val="846"/>
              </a:spcBef>
              <a:spcAft>
                <a:spcPts val="0"/>
              </a:spcAft>
            </a:pPr>
            <a:r>
              <a:rPr lang="sk-SK" sz="2800" dirty="0">
                <a:solidFill>
                  <a:srgbClr val="7F7F7F"/>
                </a:solidFill>
                <a:latin typeface="TUJTQB+Trebuchet MS"/>
                <a:cs typeface="KEBIPQ+Trebuchet MS"/>
              </a:rPr>
              <a:t>6</a:t>
            </a:r>
            <a:r>
              <a:rPr sz="2800" dirty="0" smtClean="0">
                <a:solidFill>
                  <a:srgbClr val="7F7F7F"/>
                </a:solidFill>
                <a:latin typeface="KEBIPQ+Trebuchet MS"/>
                <a:cs typeface="KEBIPQ+Trebuchet MS"/>
              </a:rPr>
              <a:t>. </a:t>
            </a:r>
            <a:r>
              <a:rPr sz="2800" dirty="0">
                <a:solidFill>
                  <a:srgbClr val="7F7F7F"/>
                </a:solidFill>
                <a:latin typeface="KEBIPQ+Trebuchet MS"/>
                <a:cs typeface="KEBIPQ+Trebuchet MS"/>
              </a:rPr>
              <a:t>prednáška</a:t>
            </a:r>
          </a:p>
        </p:txBody>
      </p:sp>
      <p:sp>
        <p:nvSpPr>
          <p:cNvPr id="4" name="object 4"/>
          <p:cNvSpPr txBox="1"/>
          <p:nvPr/>
        </p:nvSpPr>
        <p:spPr>
          <a:xfrm>
            <a:off x="5519936" y="4662695"/>
            <a:ext cx="4248472" cy="423193"/>
          </a:xfrm>
          <a:prstGeom prst="rect">
            <a:avLst/>
          </a:prstGeom>
        </p:spPr>
        <p:txBody>
          <a:bodyPr vert="horz" wrap="square" lIns="0" tIns="0" rIns="0" bIns="0" rtlCol="0">
            <a:spAutoFit/>
          </a:bodyPr>
          <a:lstStyle/>
          <a:p>
            <a:pPr marL="0" marR="0">
              <a:lnSpc>
                <a:spcPts val="3263"/>
              </a:lnSpc>
              <a:spcBef>
                <a:spcPts val="0"/>
              </a:spcBef>
              <a:spcAft>
                <a:spcPts val="0"/>
              </a:spcAft>
            </a:pPr>
            <a:r>
              <a:rPr sz="2800" spc="-94" dirty="0">
                <a:solidFill>
                  <a:srgbClr val="7F7F7F"/>
                </a:solidFill>
                <a:latin typeface="KEBIPQ+Trebuchet MS"/>
                <a:cs typeface="KEBIPQ+Trebuchet MS"/>
              </a:rPr>
              <a:t>Mgr.</a:t>
            </a:r>
            <a:r>
              <a:rPr sz="2800" spc="99" dirty="0">
                <a:solidFill>
                  <a:srgbClr val="7F7F7F"/>
                </a:solidFill>
                <a:latin typeface="KEBIPQ+Trebuchet MS"/>
                <a:cs typeface="KEBIPQ+Trebuchet MS"/>
              </a:rPr>
              <a:t> </a:t>
            </a:r>
            <a:r>
              <a:rPr lang="sk-SK" sz="2800" dirty="0" smtClean="0">
                <a:solidFill>
                  <a:srgbClr val="7F7F7F"/>
                </a:solidFill>
                <a:latin typeface="KEBIPQ+Trebuchet MS"/>
                <a:cs typeface="KEBIPQ+Trebuchet MS"/>
              </a:rPr>
              <a:t>Ivana </a:t>
            </a:r>
            <a:r>
              <a:rPr lang="sk-SK" sz="2800" dirty="0" err="1" smtClean="0">
                <a:solidFill>
                  <a:srgbClr val="7F7F7F"/>
                </a:solidFill>
                <a:latin typeface="KEBIPQ+Trebuchet MS"/>
                <a:cs typeface="KEBIPQ+Trebuchet MS"/>
              </a:rPr>
              <a:t>Novotn</a:t>
            </a:r>
            <a:r>
              <a:rPr sz="2800" dirty="0" smtClean="0">
                <a:solidFill>
                  <a:srgbClr val="7F7F7F"/>
                </a:solidFill>
                <a:latin typeface="KEBIPQ+Trebuchet MS"/>
                <a:cs typeface="KEBIPQ+Trebuchet MS"/>
              </a:rPr>
              <a:t>á</a:t>
            </a:r>
            <a:r>
              <a:rPr lang="sk-SK" sz="2800" dirty="0" smtClean="0">
                <a:solidFill>
                  <a:srgbClr val="7F7F7F"/>
                </a:solidFill>
                <a:latin typeface="KEBIPQ+Trebuchet MS"/>
                <a:cs typeface="KEBIPQ+Trebuchet MS"/>
              </a:rPr>
              <a:t>, PhD.</a:t>
            </a:r>
            <a:endParaRPr sz="2800" dirty="0">
              <a:solidFill>
                <a:srgbClr val="7F7F7F"/>
              </a:solidFill>
              <a:latin typeface="KEBIPQ+Trebuchet MS"/>
              <a:cs typeface="KEBIPQ+Trebuchet M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17140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977005" y="293716"/>
            <a:ext cx="2481032" cy="568969"/>
          </a:xfrm>
          <a:prstGeom prst="rect">
            <a:avLst/>
          </a:prstGeom>
        </p:spPr>
        <p:txBody>
          <a:bodyPr vert="horz" wrap="square" lIns="0" tIns="0" rIns="0" bIns="0" rtlCol="0">
            <a:spAutoFit/>
          </a:bodyPr>
          <a:lstStyle/>
          <a:p>
            <a:pPr marL="0" marR="0">
              <a:lnSpc>
                <a:spcPts val="4180"/>
              </a:lnSpc>
              <a:spcBef>
                <a:spcPts val="0"/>
              </a:spcBef>
              <a:spcAft>
                <a:spcPts val="0"/>
              </a:spcAft>
            </a:pPr>
            <a:r>
              <a:rPr sz="3600" b="1" spc="-67" dirty="0">
                <a:solidFill>
                  <a:srgbClr val="FF0066"/>
                </a:solidFill>
                <a:latin typeface="JNBHTM+Trebuchet MS Bold"/>
                <a:cs typeface="JNBHTM+Trebuchet MS Bold"/>
              </a:rPr>
              <a:t>Teória</a:t>
            </a:r>
            <a:r>
              <a:rPr sz="3600" b="1" spc="67" dirty="0">
                <a:solidFill>
                  <a:srgbClr val="FF0066"/>
                </a:solidFill>
                <a:latin typeface="JNBHTM+Trebuchet MS Bold"/>
                <a:cs typeface="JNBHTM+Trebuchet MS Bold"/>
              </a:rPr>
              <a:t> </a:t>
            </a:r>
            <a:r>
              <a:rPr sz="3600" b="1" dirty="0">
                <a:solidFill>
                  <a:srgbClr val="FF0066"/>
                </a:solidFill>
                <a:latin typeface="JNBHTM+Trebuchet MS Bold"/>
                <a:cs typeface="JNBHTM+Trebuchet MS Bold"/>
              </a:rPr>
              <a:t>hier</a:t>
            </a:r>
          </a:p>
        </p:txBody>
      </p:sp>
      <p:sp>
        <p:nvSpPr>
          <p:cNvPr id="4" name="object 4"/>
          <p:cNvSpPr txBox="1"/>
          <p:nvPr/>
        </p:nvSpPr>
        <p:spPr>
          <a:xfrm>
            <a:off x="3519805" y="1060384"/>
            <a:ext cx="7290091" cy="1123914"/>
          </a:xfrm>
          <a:prstGeom prst="rect">
            <a:avLst/>
          </a:prstGeom>
        </p:spPr>
        <p:txBody>
          <a:bodyPr vert="horz" wrap="square" lIns="0" tIns="0" rIns="0" bIns="0" rtlCol="0">
            <a:spAutoFit/>
          </a:bodyPr>
          <a:lstStyle/>
          <a:p>
            <a:pPr marL="342900" marR="0" indent="-342900">
              <a:lnSpc>
                <a:spcPts val="2786"/>
              </a:lnSpc>
              <a:spcBef>
                <a:spcPts val="0"/>
              </a:spcBef>
              <a:spcAft>
                <a:spcPts val="0"/>
              </a:spcAft>
              <a:buFont typeface="Arial" panose="020B0604020202020204" pitchFamily="34" charset="0"/>
              <a:buChar char="•"/>
            </a:pPr>
            <a:r>
              <a:rPr sz="2400" dirty="0" err="1" smtClean="0">
                <a:solidFill>
                  <a:srgbClr val="404040"/>
                </a:solidFill>
                <a:latin typeface="KEBIPQ+Trebuchet MS"/>
                <a:cs typeface="KEBIPQ+Trebuchet MS"/>
              </a:rPr>
              <a:t>vedná</a:t>
            </a:r>
            <a:r>
              <a:rPr sz="2400" spc="-23" dirty="0" smtClean="0">
                <a:solidFill>
                  <a:srgbClr val="404040"/>
                </a:solidFill>
                <a:latin typeface="KEBIPQ+Trebuchet MS"/>
                <a:cs typeface="KEBIPQ+Trebuchet MS"/>
              </a:rPr>
              <a:t> </a:t>
            </a:r>
            <a:r>
              <a:rPr sz="2400" dirty="0">
                <a:solidFill>
                  <a:srgbClr val="404040"/>
                </a:solidFill>
                <a:latin typeface="KEBIPQ+Trebuchet MS"/>
                <a:cs typeface="KEBIPQ+Trebuchet MS"/>
              </a:rPr>
              <a:t>oblasť venujúca </a:t>
            </a:r>
            <a:r>
              <a:rPr sz="2400" spc="-11" dirty="0">
                <a:solidFill>
                  <a:srgbClr val="404040"/>
                </a:solidFill>
                <a:latin typeface="KEBIPQ+Trebuchet MS"/>
                <a:cs typeface="KEBIPQ+Trebuchet MS"/>
              </a:rPr>
              <a:t>sa</a:t>
            </a:r>
            <a:r>
              <a:rPr sz="2400" spc="20" dirty="0">
                <a:solidFill>
                  <a:srgbClr val="404040"/>
                </a:solidFill>
                <a:latin typeface="KEBIPQ+Trebuchet MS"/>
                <a:cs typeface="KEBIPQ+Trebuchet MS"/>
              </a:rPr>
              <a:t> </a:t>
            </a:r>
            <a:r>
              <a:rPr sz="2400" dirty="0">
                <a:solidFill>
                  <a:srgbClr val="404040"/>
                </a:solidFill>
                <a:latin typeface="KEBIPQ+Trebuchet MS"/>
                <a:cs typeface="KEBIPQ+Trebuchet MS"/>
              </a:rPr>
              <a:t>štúdiu</a:t>
            </a:r>
            <a:r>
              <a:rPr sz="2400" spc="-23" dirty="0">
                <a:solidFill>
                  <a:srgbClr val="404040"/>
                </a:solidFill>
                <a:latin typeface="KEBIPQ+Trebuchet MS"/>
                <a:cs typeface="KEBIPQ+Trebuchet MS"/>
              </a:rPr>
              <a:t> </a:t>
            </a:r>
            <a:r>
              <a:rPr sz="2400" dirty="0">
                <a:solidFill>
                  <a:srgbClr val="404040"/>
                </a:solidFill>
                <a:latin typeface="KEBIPQ+Trebuchet MS"/>
                <a:cs typeface="KEBIPQ+Trebuchet MS"/>
              </a:rPr>
              <a:t>a analýze</a:t>
            </a:r>
          </a:p>
          <a:p>
            <a:pPr marL="12191" marR="0">
              <a:lnSpc>
                <a:spcPts val="2789"/>
              </a:lnSpc>
              <a:spcBef>
                <a:spcPts val="91"/>
              </a:spcBef>
              <a:spcAft>
                <a:spcPts val="0"/>
              </a:spcAft>
            </a:pPr>
            <a:r>
              <a:rPr sz="2400" dirty="0">
                <a:solidFill>
                  <a:srgbClr val="404040"/>
                </a:solidFill>
                <a:latin typeface="KEBIPQ+Trebuchet MS"/>
                <a:cs typeface="KEBIPQ+Trebuchet MS"/>
              </a:rPr>
              <a:t>strategického</a:t>
            </a:r>
            <a:r>
              <a:rPr sz="2400" spc="-28" dirty="0">
                <a:solidFill>
                  <a:srgbClr val="404040"/>
                </a:solidFill>
                <a:latin typeface="KEBIPQ+Trebuchet MS"/>
                <a:cs typeface="KEBIPQ+Trebuchet MS"/>
              </a:rPr>
              <a:t> </a:t>
            </a:r>
            <a:r>
              <a:rPr sz="2400" dirty="0">
                <a:solidFill>
                  <a:srgbClr val="404040"/>
                </a:solidFill>
                <a:latin typeface="KEBIPQ+Trebuchet MS"/>
                <a:cs typeface="KEBIPQ+Trebuchet MS"/>
              </a:rPr>
              <a:t>racionálneho</a:t>
            </a:r>
            <a:r>
              <a:rPr sz="2400" spc="-49" dirty="0">
                <a:solidFill>
                  <a:srgbClr val="404040"/>
                </a:solidFill>
                <a:latin typeface="KEBIPQ+Trebuchet MS"/>
                <a:cs typeface="KEBIPQ+Trebuchet MS"/>
              </a:rPr>
              <a:t> </a:t>
            </a:r>
            <a:r>
              <a:rPr sz="2400" dirty="0">
                <a:solidFill>
                  <a:srgbClr val="404040"/>
                </a:solidFill>
                <a:latin typeface="KEBIPQ+Trebuchet MS"/>
                <a:cs typeface="KEBIPQ+Trebuchet MS"/>
              </a:rPr>
              <a:t>správania</a:t>
            </a:r>
            <a:r>
              <a:rPr sz="2400" spc="-46" dirty="0">
                <a:solidFill>
                  <a:srgbClr val="404040"/>
                </a:solidFill>
                <a:latin typeface="KEBIPQ+Trebuchet MS"/>
                <a:cs typeface="KEBIPQ+Trebuchet MS"/>
              </a:rPr>
              <a:t> </a:t>
            </a:r>
            <a:r>
              <a:rPr sz="2400" dirty="0">
                <a:solidFill>
                  <a:srgbClr val="404040"/>
                </a:solidFill>
                <a:latin typeface="KEBIPQ+Trebuchet MS"/>
                <a:cs typeface="KEBIPQ+Trebuchet MS"/>
              </a:rPr>
              <a:t>jednotlivcov</a:t>
            </a:r>
            <a:r>
              <a:rPr sz="2400" spc="-49" dirty="0">
                <a:solidFill>
                  <a:srgbClr val="404040"/>
                </a:solidFill>
                <a:latin typeface="KEBIPQ+Trebuchet MS"/>
                <a:cs typeface="KEBIPQ+Trebuchet MS"/>
              </a:rPr>
              <a:t> </a:t>
            </a:r>
            <a:r>
              <a:rPr sz="2400" dirty="0">
                <a:solidFill>
                  <a:srgbClr val="404040"/>
                </a:solidFill>
                <a:latin typeface="KEBIPQ+Trebuchet MS"/>
                <a:cs typeface="KEBIPQ+Trebuchet MS"/>
              </a:rPr>
              <a:t>a</a:t>
            </a:r>
          </a:p>
          <a:p>
            <a:pPr marL="9144" marR="0">
              <a:lnSpc>
                <a:spcPts val="2786"/>
              </a:lnSpc>
              <a:spcBef>
                <a:spcPts val="45"/>
              </a:spcBef>
              <a:spcAft>
                <a:spcPts val="0"/>
              </a:spcAft>
            </a:pPr>
            <a:r>
              <a:rPr sz="2400" dirty="0">
                <a:solidFill>
                  <a:srgbClr val="404040"/>
                </a:solidFill>
                <a:latin typeface="TUJTQB+Trebuchet MS"/>
                <a:cs typeface="TUJTQB+Trebuchet MS"/>
              </a:rPr>
              <a:t>ich</a:t>
            </a:r>
            <a:r>
              <a:rPr sz="2400" spc="-23" dirty="0">
                <a:solidFill>
                  <a:srgbClr val="404040"/>
                </a:solidFill>
                <a:latin typeface="TUJTQB+Trebuchet MS"/>
                <a:cs typeface="TUJTQB+Trebuchet MS"/>
              </a:rPr>
              <a:t> </a:t>
            </a:r>
            <a:r>
              <a:rPr sz="2400" dirty="0">
                <a:solidFill>
                  <a:srgbClr val="404040"/>
                </a:solidFill>
                <a:latin typeface="KEBIPQ+Trebuchet MS"/>
                <a:cs typeface="KEBIPQ+Trebuchet MS"/>
              </a:rPr>
              <a:t>interakcie</a:t>
            </a:r>
            <a:r>
              <a:rPr sz="2400" spc="-48" dirty="0">
                <a:solidFill>
                  <a:srgbClr val="404040"/>
                </a:solidFill>
                <a:latin typeface="KEBIPQ+Trebuchet MS"/>
                <a:cs typeface="KEBIPQ+Trebuchet MS"/>
              </a:rPr>
              <a:t> </a:t>
            </a:r>
            <a:r>
              <a:rPr sz="2400" dirty="0">
                <a:solidFill>
                  <a:srgbClr val="404040"/>
                </a:solidFill>
                <a:latin typeface="KEBIPQ+Trebuchet MS"/>
                <a:cs typeface="KEBIPQ+Trebuchet MS"/>
              </a:rPr>
              <a:t>v (spoločenskom) prostredí</a:t>
            </a:r>
          </a:p>
        </p:txBody>
      </p:sp>
      <p:sp>
        <p:nvSpPr>
          <p:cNvPr id="5" name="object 5"/>
          <p:cNvSpPr txBox="1"/>
          <p:nvPr/>
        </p:nvSpPr>
        <p:spPr>
          <a:xfrm>
            <a:off x="7635493" y="2286315"/>
            <a:ext cx="2276634" cy="392013"/>
          </a:xfrm>
          <a:prstGeom prst="rect">
            <a:avLst/>
          </a:prstGeom>
        </p:spPr>
        <p:txBody>
          <a:bodyPr vert="horz" wrap="square" lIns="0" tIns="0" rIns="0" bIns="0" rtlCol="0">
            <a:spAutoFit/>
          </a:bodyPr>
          <a:lstStyle/>
          <a:p>
            <a:pPr marL="0" marR="0">
              <a:lnSpc>
                <a:spcPts val="2786"/>
              </a:lnSpc>
              <a:spcBef>
                <a:spcPts val="0"/>
              </a:spcBef>
              <a:spcAft>
                <a:spcPts val="0"/>
              </a:spcAft>
            </a:pPr>
            <a:r>
              <a:rPr sz="2400" dirty="0">
                <a:solidFill>
                  <a:srgbClr val="404040"/>
                </a:solidFill>
                <a:latin typeface="TUJTQB+Trebuchet MS"/>
                <a:cs typeface="TUJTQB+Trebuchet MS"/>
              </a:rPr>
              <a:t>(</a:t>
            </a:r>
            <a:r>
              <a:rPr sz="2400" dirty="0">
                <a:solidFill>
                  <a:srgbClr val="404040"/>
                </a:solidFill>
                <a:latin typeface="KEBIPQ+Trebuchet MS"/>
                <a:cs typeface="KEBIPQ+Trebuchet MS"/>
              </a:rPr>
              <a:t>Démuth</a:t>
            </a:r>
            <a:r>
              <a:rPr sz="2400" dirty="0">
                <a:solidFill>
                  <a:srgbClr val="404040"/>
                </a:solidFill>
                <a:latin typeface="TUJTQB+Trebuchet MS"/>
                <a:cs typeface="TUJTQB+Trebuchet MS"/>
              </a:rPr>
              <a:t>,</a:t>
            </a:r>
            <a:r>
              <a:rPr sz="2400" spc="-20" dirty="0">
                <a:solidFill>
                  <a:srgbClr val="404040"/>
                </a:solidFill>
                <a:latin typeface="TUJTQB+Trebuchet MS"/>
                <a:cs typeface="TUJTQB+Trebuchet MS"/>
              </a:rPr>
              <a:t> </a:t>
            </a:r>
            <a:r>
              <a:rPr sz="2400" spc="-10" dirty="0">
                <a:solidFill>
                  <a:srgbClr val="404040"/>
                </a:solidFill>
                <a:latin typeface="TUJTQB+Trebuchet MS"/>
                <a:cs typeface="TUJTQB+Trebuchet MS"/>
              </a:rPr>
              <a:t>2012)</a:t>
            </a:r>
          </a:p>
        </p:txBody>
      </p:sp>
      <p:sp>
        <p:nvSpPr>
          <p:cNvPr id="6" name="object 6"/>
          <p:cNvSpPr txBox="1"/>
          <p:nvPr/>
        </p:nvSpPr>
        <p:spPr>
          <a:xfrm>
            <a:off x="1233220" y="2776757"/>
            <a:ext cx="6425519" cy="392367"/>
          </a:xfrm>
          <a:prstGeom prst="rect">
            <a:avLst/>
          </a:prstGeom>
        </p:spPr>
        <p:txBody>
          <a:bodyPr vert="horz" wrap="square" lIns="0" tIns="0" rIns="0" bIns="0" rtlCol="0">
            <a:spAutoFit/>
          </a:bodyPr>
          <a:lstStyle/>
          <a:p>
            <a:pPr marL="0" marR="0">
              <a:lnSpc>
                <a:spcPts val="2789"/>
              </a:lnSpc>
              <a:spcBef>
                <a:spcPts val="0"/>
              </a:spcBef>
              <a:spcAft>
                <a:spcPts val="0"/>
              </a:spcAft>
            </a:pPr>
            <a:r>
              <a:rPr sz="1900" dirty="0">
                <a:solidFill>
                  <a:srgbClr val="5FCBEF"/>
                </a:solidFill>
                <a:latin typeface="SDUHJH+Arial"/>
                <a:cs typeface="SDUHJH+Arial"/>
              </a:rPr>
              <a:t>•</a:t>
            </a:r>
            <a:r>
              <a:rPr sz="1900" spc="1571" dirty="0">
                <a:solidFill>
                  <a:srgbClr val="5FCBEF"/>
                </a:solidFill>
                <a:latin typeface="Times New Roman"/>
                <a:cs typeface="Times New Roman"/>
              </a:rPr>
              <a:t> </a:t>
            </a:r>
            <a:r>
              <a:rPr sz="2400" dirty="0">
                <a:solidFill>
                  <a:srgbClr val="404040"/>
                </a:solidFill>
                <a:latin typeface="TUJTQB+Trebuchet MS"/>
                <a:cs typeface="TUJTQB+Trebuchet MS"/>
              </a:rPr>
              <a:t>p</a:t>
            </a:r>
            <a:r>
              <a:rPr sz="2400" dirty="0">
                <a:solidFill>
                  <a:srgbClr val="404040"/>
                </a:solidFill>
                <a:latin typeface="KEBIPQ+Trebuchet MS"/>
                <a:cs typeface="KEBIPQ+Trebuchet MS"/>
              </a:rPr>
              <a:t>atrí</a:t>
            </a:r>
            <a:r>
              <a:rPr sz="2400" spc="-22" dirty="0">
                <a:solidFill>
                  <a:srgbClr val="404040"/>
                </a:solidFill>
                <a:latin typeface="KEBIPQ+Trebuchet MS"/>
                <a:cs typeface="KEBIPQ+Trebuchet MS"/>
              </a:rPr>
              <a:t> </a:t>
            </a:r>
            <a:r>
              <a:rPr sz="2400" dirty="0">
                <a:solidFill>
                  <a:srgbClr val="404040"/>
                </a:solidFill>
                <a:latin typeface="KEBIPQ+Trebuchet MS"/>
                <a:cs typeface="KEBIPQ+Trebuchet MS"/>
              </a:rPr>
              <a:t>pod</a:t>
            </a:r>
            <a:r>
              <a:rPr sz="2400" spc="-27" dirty="0">
                <a:solidFill>
                  <a:srgbClr val="404040"/>
                </a:solidFill>
                <a:latin typeface="KEBIPQ+Trebuchet MS"/>
                <a:cs typeface="KEBIPQ+Trebuchet MS"/>
              </a:rPr>
              <a:t> </a:t>
            </a:r>
            <a:r>
              <a:rPr sz="2400" dirty="0">
                <a:solidFill>
                  <a:srgbClr val="404040"/>
                </a:solidFill>
                <a:latin typeface="KEBIPQ+Trebuchet MS"/>
                <a:cs typeface="KEBIPQ+Trebuchet MS"/>
              </a:rPr>
              <a:t>teórie</a:t>
            </a:r>
            <a:r>
              <a:rPr sz="2400" spc="-25" dirty="0">
                <a:solidFill>
                  <a:srgbClr val="404040"/>
                </a:solidFill>
                <a:latin typeface="KEBIPQ+Trebuchet MS"/>
                <a:cs typeface="KEBIPQ+Trebuchet MS"/>
              </a:rPr>
              <a:t> </a:t>
            </a:r>
            <a:r>
              <a:rPr sz="2400" dirty="0">
                <a:solidFill>
                  <a:srgbClr val="404040"/>
                </a:solidFill>
                <a:latin typeface="KEBIPQ+Trebuchet MS"/>
                <a:cs typeface="KEBIPQ+Trebuchet MS"/>
              </a:rPr>
              <a:t>racionálneho</a:t>
            </a:r>
            <a:r>
              <a:rPr sz="2400" spc="-73" dirty="0">
                <a:solidFill>
                  <a:srgbClr val="404040"/>
                </a:solidFill>
                <a:latin typeface="KEBIPQ+Trebuchet MS"/>
                <a:cs typeface="KEBIPQ+Trebuchet MS"/>
              </a:rPr>
              <a:t> </a:t>
            </a:r>
            <a:r>
              <a:rPr sz="2400" dirty="0">
                <a:solidFill>
                  <a:srgbClr val="404040"/>
                </a:solidFill>
                <a:latin typeface="KEBIPQ+Trebuchet MS"/>
                <a:cs typeface="KEBIPQ+Trebuchet MS"/>
              </a:rPr>
              <a:t>rozhodovania</a:t>
            </a:r>
          </a:p>
        </p:txBody>
      </p:sp>
      <p:sp>
        <p:nvSpPr>
          <p:cNvPr id="8" name="object 8"/>
          <p:cNvSpPr txBox="1"/>
          <p:nvPr/>
        </p:nvSpPr>
        <p:spPr>
          <a:xfrm>
            <a:off x="1233220" y="4255672"/>
            <a:ext cx="8225000" cy="392367"/>
          </a:xfrm>
          <a:prstGeom prst="rect">
            <a:avLst/>
          </a:prstGeom>
        </p:spPr>
        <p:txBody>
          <a:bodyPr vert="horz" wrap="square" lIns="0" tIns="0" rIns="0" bIns="0" rtlCol="0">
            <a:spAutoFit/>
          </a:bodyPr>
          <a:lstStyle/>
          <a:p>
            <a:pPr marL="0" marR="0">
              <a:lnSpc>
                <a:spcPts val="2789"/>
              </a:lnSpc>
              <a:spcBef>
                <a:spcPts val="0"/>
              </a:spcBef>
              <a:spcAft>
                <a:spcPts val="0"/>
              </a:spcAft>
            </a:pPr>
            <a:r>
              <a:rPr sz="1900" dirty="0">
                <a:solidFill>
                  <a:srgbClr val="5FCBEF"/>
                </a:solidFill>
                <a:latin typeface="SDUHJH+Arial"/>
                <a:cs typeface="SDUHJH+Arial"/>
              </a:rPr>
              <a:t>•</a:t>
            </a:r>
            <a:r>
              <a:rPr sz="1900" spc="1571" dirty="0">
                <a:solidFill>
                  <a:srgbClr val="5FCBEF"/>
                </a:solidFill>
                <a:latin typeface="Times New Roman"/>
                <a:cs typeface="Times New Roman"/>
              </a:rPr>
              <a:t> </a:t>
            </a:r>
            <a:r>
              <a:rPr sz="2400" dirty="0">
                <a:solidFill>
                  <a:srgbClr val="404040"/>
                </a:solidFill>
                <a:latin typeface="KEBIPQ+Trebuchet MS"/>
                <a:cs typeface="KEBIPQ+Trebuchet MS"/>
              </a:rPr>
              <a:t>vysvetlenie a predikcia</a:t>
            </a:r>
            <a:r>
              <a:rPr sz="2400" spc="-48" dirty="0">
                <a:solidFill>
                  <a:srgbClr val="404040"/>
                </a:solidFill>
                <a:latin typeface="KEBIPQ+Trebuchet MS"/>
                <a:cs typeface="KEBIPQ+Trebuchet MS"/>
              </a:rPr>
              <a:t> </a:t>
            </a:r>
            <a:r>
              <a:rPr sz="2400" dirty="0">
                <a:solidFill>
                  <a:srgbClr val="404040"/>
                </a:solidFill>
                <a:latin typeface="KEBIPQ+Trebuchet MS"/>
                <a:cs typeface="KEBIPQ+Trebuchet MS"/>
              </a:rPr>
              <a:t>správania</a:t>
            </a:r>
            <a:r>
              <a:rPr sz="2400" spc="-22" dirty="0">
                <a:solidFill>
                  <a:srgbClr val="404040"/>
                </a:solidFill>
                <a:latin typeface="KEBIPQ+Trebuchet MS"/>
                <a:cs typeface="KEBIPQ+Trebuchet MS"/>
              </a:rPr>
              <a:t> </a:t>
            </a:r>
            <a:r>
              <a:rPr sz="2400" dirty="0">
                <a:solidFill>
                  <a:srgbClr val="404040"/>
                </a:solidFill>
                <a:latin typeface="KEBIPQ+Trebuchet MS"/>
                <a:cs typeface="KEBIPQ+Trebuchet MS"/>
              </a:rPr>
              <a:t>jednotlivcov/systémov</a:t>
            </a:r>
          </a:p>
        </p:txBody>
      </p:sp>
      <p:sp>
        <p:nvSpPr>
          <p:cNvPr id="9" name="object 9"/>
          <p:cNvSpPr txBox="1"/>
          <p:nvPr/>
        </p:nvSpPr>
        <p:spPr>
          <a:xfrm>
            <a:off x="1510538" y="4749988"/>
            <a:ext cx="2678639" cy="392013"/>
          </a:xfrm>
          <a:prstGeom prst="rect">
            <a:avLst/>
          </a:prstGeom>
        </p:spPr>
        <p:txBody>
          <a:bodyPr vert="horz" wrap="square" lIns="0" tIns="0" rIns="0" bIns="0" rtlCol="0">
            <a:spAutoFit/>
          </a:bodyPr>
          <a:lstStyle/>
          <a:p>
            <a:pPr marL="0" marR="0">
              <a:lnSpc>
                <a:spcPts val="2786"/>
              </a:lnSpc>
              <a:spcBef>
                <a:spcPts val="0"/>
              </a:spcBef>
              <a:spcAft>
                <a:spcPts val="0"/>
              </a:spcAft>
            </a:pPr>
            <a:r>
              <a:rPr sz="2400" dirty="0">
                <a:solidFill>
                  <a:srgbClr val="404040"/>
                </a:solidFill>
                <a:latin typeface="KEBIPQ+Trebuchet MS"/>
                <a:cs typeface="KEBIPQ+Trebuchet MS"/>
              </a:rPr>
              <a:t>(živých</a:t>
            </a:r>
            <a:r>
              <a:rPr sz="2400" spc="-22" dirty="0">
                <a:solidFill>
                  <a:srgbClr val="404040"/>
                </a:solidFill>
                <a:latin typeface="KEBIPQ+Trebuchet MS"/>
                <a:cs typeface="KEBIPQ+Trebuchet MS"/>
              </a:rPr>
              <a:t> </a:t>
            </a:r>
            <a:r>
              <a:rPr sz="2400" dirty="0">
                <a:solidFill>
                  <a:srgbClr val="404040"/>
                </a:solidFill>
                <a:latin typeface="KEBIPQ+Trebuchet MS"/>
                <a:cs typeface="KEBIPQ+Trebuchet MS"/>
              </a:rPr>
              <a:t>i neživých)</a:t>
            </a:r>
          </a:p>
        </p:txBody>
      </p:sp>
      <p:sp>
        <p:nvSpPr>
          <p:cNvPr id="10" name="object 10"/>
          <p:cNvSpPr txBox="1"/>
          <p:nvPr/>
        </p:nvSpPr>
        <p:spPr>
          <a:xfrm>
            <a:off x="1233220" y="5244145"/>
            <a:ext cx="9403762" cy="757790"/>
          </a:xfrm>
          <a:prstGeom prst="rect">
            <a:avLst/>
          </a:prstGeom>
        </p:spPr>
        <p:txBody>
          <a:bodyPr vert="horz" wrap="square" lIns="0" tIns="0" rIns="0" bIns="0" rtlCol="0">
            <a:spAutoFit/>
          </a:bodyPr>
          <a:lstStyle/>
          <a:p>
            <a:pPr marL="0" marR="0">
              <a:lnSpc>
                <a:spcPts val="2786"/>
              </a:lnSpc>
              <a:spcBef>
                <a:spcPts val="0"/>
              </a:spcBef>
              <a:spcAft>
                <a:spcPts val="0"/>
              </a:spcAft>
            </a:pPr>
            <a:r>
              <a:rPr sz="1900" dirty="0">
                <a:solidFill>
                  <a:srgbClr val="5FCBEF"/>
                </a:solidFill>
                <a:latin typeface="SDUHJH+Arial"/>
                <a:cs typeface="SDUHJH+Arial"/>
              </a:rPr>
              <a:t>•</a:t>
            </a:r>
            <a:r>
              <a:rPr sz="1900" spc="1571" dirty="0">
                <a:solidFill>
                  <a:srgbClr val="5FCBEF"/>
                </a:solidFill>
                <a:latin typeface="Times New Roman"/>
                <a:cs typeface="Times New Roman"/>
              </a:rPr>
              <a:t> </a:t>
            </a:r>
            <a:r>
              <a:rPr sz="2400" spc="12" dirty="0">
                <a:solidFill>
                  <a:srgbClr val="404040"/>
                </a:solidFill>
                <a:latin typeface="TUJTQB+Trebuchet MS"/>
                <a:cs typeface="TUJTQB+Trebuchet MS"/>
              </a:rPr>
              <a:t>i</a:t>
            </a:r>
            <a:r>
              <a:rPr sz="2400" dirty="0">
                <a:solidFill>
                  <a:srgbClr val="404040"/>
                </a:solidFill>
                <a:latin typeface="KEBIPQ+Trebuchet MS"/>
                <a:cs typeface="KEBIPQ+Trebuchet MS"/>
              </a:rPr>
              <a:t>de</a:t>
            </a:r>
            <a:r>
              <a:rPr sz="2400" spc="-23" dirty="0">
                <a:solidFill>
                  <a:srgbClr val="404040"/>
                </a:solidFill>
                <a:latin typeface="KEBIPQ+Trebuchet MS"/>
                <a:cs typeface="KEBIPQ+Trebuchet MS"/>
              </a:rPr>
              <a:t> </a:t>
            </a:r>
            <a:r>
              <a:rPr sz="2400" dirty="0">
                <a:solidFill>
                  <a:srgbClr val="404040"/>
                </a:solidFill>
                <a:latin typeface="KEBIPQ+Trebuchet MS"/>
                <a:cs typeface="KEBIPQ+Trebuchet MS"/>
              </a:rPr>
              <a:t>o predvídanie</a:t>
            </a:r>
            <a:r>
              <a:rPr sz="2400" spc="-48" dirty="0">
                <a:solidFill>
                  <a:srgbClr val="404040"/>
                </a:solidFill>
                <a:latin typeface="KEBIPQ+Trebuchet MS"/>
                <a:cs typeface="KEBIPQ+Trebuchet MS"/>
              </a:rPr>
              <a:t> </a:t>
            </a:r>
            <a:r>
              <a:rPr sz="2400" dirty="0">
                <a:solidFill>
                  <a:srgbClr val="404040"/>
                </a:solidFill>
                <a:latin typeface="KEBIPQ+Trebuchet MS"/>
                <a:cs typeface="KEBIPQ+Trebuchet MS"/>
              </a:rPr>
              <a:t>výsledku</a:t>
            </a:r>
            <a:r>
              <a:rPr sz="2400" spc="29" dirty="0">
                <a:solidFill>
                  <a:srgbClr val="404040"/>
                </a:solidFill>
                <a:latin typeface="KEBIPQ+Trebuchet MS"/>
                <a:cs typeface="KEBIPQ+Trebuchet MS"/>
              </a:rPr>
              <a:t> </a:t>
            </a:r>
            <a:r>
              <a:rPr sz="2400" dirty="0">
                <a:solidFill>
                  <a:srgbClr val="404040"/>
                </a:solidFill>
                <a:latin typeface="KEBIPQ+Trebuchet MS"/>
                <a:cs typeface="KEBIPQ+Trebuchet MS"/>
              </a:rPr>
              <a:t>stratégie</a:t>
            </a:r>
            <a:r>
              <a:rPr sz="2400" spc="-22" dirty="0">
                <a:solidFill>
                  <a:srgbClr val="404040"/>
                </a:solidFill>
                <a:latin typeface="KEBIPQ+Trebuchet MS"/>
                <a:cs typeface="KEBIPQ+Trebuchet MS"/>
              </a:rPr>
              <a:t> </a:t>
            </a:r>
            <a:r>
              <a:rPr sz="2400" dirty="0">
                <a:solidFill>
                  <a:srgbClr val="404040"/>
                </a:solidFill>
                <a:latin typeface="KEBIPQ+Trebuchet MS"/>
                <a:cs typeface="KEBIPQ+Trebuchet MS"/>
              </a:rPr>
              <a:t>rozhodovania</a:t>
            </a:r>
            <a:r>
              <a:rPr sz="2400" spc="-70" dirty="0">
                <a:solidFill>
                  <a:srgbClr val="404040"/>
                </a:solidFill>
                <a:latin typeface="KEBIPQ+Trebuchet MS"/>
                <a:cs typeface="KEBIPQ+Trebuchet MS"/>
              </a:rPr>
              <a:t> </a:t>
            </a:r>
            <a:r>
              <a:rPr sz="2400" dirty="0">
                <a:solidFill>
                  <a:srgbClr val="404040"/>
                </a:solidFill>
                <a:latin typeface="KEBIPQ+Trebuchet MS"/>
                <a:cs typeface="KEBIPQ+Trebuchet MS"/>
              </a:rPr>
              <a:t>v situácii,</a:t>
            </a:r>
            <a:r>
              <a:rPr sz="2400" spc="-26" dirty="0">
                <a:solidFill>
                  <a:srgbClr val="404040"/>
                </a:solidFill>
                <a:latin typeface="KEBIPQ+Trebuchet MS"/>
                <a:cs typeface="KEBIPQ+Trebuchet MS"/>
              </a:rPr>
              <a:t> </a:t>
            </a:r>
            <a:r>
              <a:rPr sz="2400" dirty="0">
                <a:solidFill>
                  <a:srgbClr val="404040"/>
                </a:solidFill>
                <a:latin typeface="KEBIPQ+Trebuchet MS"/>
                <a:cs typeface="KEBIPQ+Trebuchet MS"/>
              </a:rPr>
              <a:t>keď</a:t>
            </a:r>
          </a:p>
          <a:p>
            <a:pPr marL="344373" marR="0">
              <a:lnSpc>
                <a:spcPts val="2789"/>
              </a:lnSpc>
              <a:spcBef>
                <a:spcPts val="90"/>
              </a:spcBef>
              <a:spcAft>
                <a:spcPts val="0"/>
              </a:spcAft>
            </a:pPr>
            <a:r>
              <a:rPr sz="2400" dirty="0">
                <a:solidFill>
                  <a:srgbClr val="404040"/>
                </a:solidFill>
                <a:latin typeface="KEBIPQ+Trebuchet MS"/>
                <a:cs typeface="KEBIPQ+Trebuchet MS"/>
              </a:rPr>
              <a:t>presne nevieme,</a:t>
            </a:r>
            <a:r>
              <a:rPr sz="2400" spc="-51" dirty="0">
                <a:solidFill>
                  <a:srgbClr val="404040"/>
                </a:solidFill>
                <a:latin typeface="KEBIPQ+Trebuchet MS"/>
                <a:cs typeface="KEBIPQ+Trebuchet MS"/>
              </a:rPr>
              <a:t> </a:t>
            </a:r>
            <a:r>
              <a:rPr sz="2400" dirty="0">
                <a:solidFill>
                  <a:srgbClr val="404040"/>
                </a:solidFill>
                <a:latin typeface="KEBIPQ+Trebuchet MS"/>
                <a:cs typeface="KEBIPQ+Trebuchet MS"/>
              </a:rPr>
              <a:t>ako konkrétne</a:t>
            </a:r>
            <a:r>
              <a:rPr sz="2400" spc="-22" dirty="0">
                <a:solidFill>
                  <a:srgbClr val="404040"/>
                </a:solidFill>
                <a:latin typeface="KEBIPQ+Trebuchet MS"/>
                <a:cs typeface="KEBIPQ+Trebuchet MS"/>
              </a:rPr>
              <a:t> </a:t>
            </a:r>
            <a:r>
              <a:rPr sz="2400" dirty="0">
                <a:solidFill>
                  <a:srgbClr val="404040"/>
                </a:solidFill>
                <a:latin typeface="KEBIPQ+Trebuchet MS"/>
                <a:cs typeface="KEBIPQ+Trebuchet MS"/>
              </a:rPr>
              <a:t>budú</a:t>
            </a:r>
            <a:r>
              <a:rPr sz="2400" spc="-19" dirty="0">
                <a:solidFill>
                  <a:srgbClr val="404040"/>
                </a:solidFill>
                <a:latin typeface="KEBIPQ+Trebuchet MS"/>
                <a:cs typeface="KEBIPQ+Trebuchet MS"/>
              </a:rPr>
              <a:t> </a:t>
            </a:r>
            <a:r>
              <a:rPr sz="2400" dirty="0">
                <a:solidFill>
                  <a:srgbClr val="404040"/>
                </a:solidFill>
                <a:latin typeface="KEBIPQ+Trebuchet MS"/>
                <a:cs typeface="KEBIPQ+Trebuchet MS"/>
              </a:rPr>
              <a:t>konať iní</a:t>
            </a:r>
            <a:r>
              <a:rPr sz="2400" spc="-22" dirty="0">
                <a:solidFill>
                  <a:srgbClr val="404040"/>
                </a:solidFill>
                <a:latin typeface="KEBIPQ+Trebuchet MS"/>
                <a:cs typeface="KEBIPQ+Trebuchet MS"/>
              </a:rPr>
              <a:t> </a:t>
            </a:r>
            <a:r>
              <a:rPr sz="2400" dirty="0">
                <a:solidFill>
                  <a:srgbClr val="404040"/>
                </a:solidFill>
                <a:latin typeface="KEBIPQ+Trebuchet MS"/>
                <a:cs typeface="KEBIPQ+Trebuchet MS"/>
              </a:rPr>
              <a:t>aktéri</a:t>
            </a:r>
          </a:p>
        </p:txBody>
      </p:sp>
      <p:sp>
        <p:nvSpPr>
          <p:cNvPr id="11" name="object 11"/>
          <p:cNvSpPr txBox="1"/>
          <p:nvPr/>
        </p:nvSpPr>
        <p:spPr>
          <a:xfrm>
            <a:off x="1577594" y="5975919"/>
            <a:ext cx="9063286" cy="392013"/>
          </a:xfrm>
          <a:prstGeom prst="rect">
            <a:avLst/>
          </a:prstGeom>
        </p:spPr>
        <p:txBody>
          <a:bodyPr vert="horz" wrap="square" lIns="0" tIns="0" rIns="0" bIns="0" rtlCol="0">
            <a:spAutoFit/>
          </a:bodyPr>
          <a:lstStyle/>
          <a:p>
            <a:pPr marL="0" marR="0">
              <a:lnSpc>
                <a:spcPts val="2786"/>
              </a:lnSpc>
              <a:spcBef>
                <a:spcPts val="0"/>
              </a:spcBef>
              <a:spcAft>
                <a:spcPts val="0"/>
              </a:spcAft>
            </a:pPr>
            <a:r>
              <a:rPr sz="2400" dirty="0">
                <a:solidFill>
                  <a:srgbClr val="404040"/>
                </a:solidFill>
                <a:latin typeface="KEBIPQ+Trebuchet MS"/>
                <a:cs typeface="KEBIPQ+Trebuchet MS"/>
              </a:rPr>
              <a:t>(predpokladáme,</a:t>
            </a:r>
            <a:r>
              <a:rPr sz="2400" spc="-48" dirty="0">
                <a:solidFill>
                  <a:srgbClr val="404040"/>
                </a:solidFill>
                <a:latin typeface="KEBIPQ+Trebuchet MS"/>
                <a:cs typeface="KEBIPQ+Trebuchet MS"/>
              </a:rPr>
              <a:t> </a:t>
            </a:r>
            <a:r>
              <a:rPr sz="2400" spc="-11" dirty="0">
                <a:solidFill>
                  <a:srgbClr val="404040"/>
                </a:solidFill>
                <a:latin typeface="KEBIPQ+Trebuchet MS"/>
                <a:cs typeface="KEBIPQ+Trebuchet MS"/>
              </a:rPr>
              <a:t>že</a:t>
            </a:r>
            <a:r>
              <a:rPr sz="2400" spc="38" dirty="0">
                <a:solidFill>
                  <a:srgbClr val="404040"/>
                </a:solidFill>
                <a:latin typeface="KEBIPQ+Trebuchet MS"/>
                <a:cs typeface="KEBIPQ+Trebuchet MS"/>
              </a:rPr>
              <a:t> </a:t>
            </a:r>
            <a:r>
              <a:rPr sz="2400" dirty="0">
                <a:solidFill>
                  <a:srgbClr val="404040"/>
                </a:solidFill>
                <a:latin typeface="KEBIPQ+Trebuchet MS"/>
                <a:cs typeface="KEBIPQ+Trebuchet MS"/>
              </a:rPr>
              <a:t>aj</a:t>
            </a:r>
            <a:r>
              <a:rPr sz="2400" spc="-28" dirty="0">
                <a:solidFill>
                  <a:srgbClr val="404040"/>
                </a:solidFill>
                <a:latin typeface="KEBIPQ+Trebuchet MS"/>
                <a:cs typeface="KEBIPQ+Trebuchet MS"/>
              </a:rPr>
              <a:t> </a:t>
            </a:r>
            <a:r>
              <a:rPr sz="2400" dirty="0">
                <a:solidFill>
                  <a:srgbClr val="404040"/>
                </a:solidFill>
                <a:latin typeface="KEBIPQ+Trebuchet MS"/>
                <a:cs typeface="KEBIPQ+Trebuchet MS"/>
              </a:rPr>
              <a:t>oni</a:t>
            </a:r>
            <a:r>
              <a:rPr sz="2400" spc="-24" dirty="0">
                <a:solidFill>
                  <a:srgbClr val="404040"/>
                </a:solidFill>
                <a:latin typeface="KEBIPQ+Trebuchet MS"/>
                <a:cs typeface="KEBIPQ+Trebuchet MS"/>
              </a:rPr>
              <a:t> </a:t>
            </a:r>
            <a:r>
              <a:rPr sz="2400" dirty="0">
                <a:solidFill>
                  <a:srgbClr val="404040"/>
                </a:solidFill>
                <a:latin typeface="KEBIPQ+Trebuchet MS"/>
                <a:cs typeface="KEBIPQ+Trebuchet MS"/>
              </a:rPr>
              <a:t>uplatnia</a:t>
            </a:r>
            <a:r>
              <a:rPr sz="2400" spc="-23" dirty="0">
                <a:solidFill>
                  <a:srgbClr val="404040"/>
                </a:solidFill>
                <a:latin typeface="KEBIPQ+Trebuchet MS"/>
                <a:cs typeface="KEBIPQ+Trebuchet MS"/>
              </a:rPr>
              <a:t> </a:t>
            </a:r>
            <a:r>
              <a:rPr sz="2400" dirty="0">
                <a:solidFill>
                  <a:srgbClr val="404040"/>
                </a:solidFill>
                <a:latin typeface="KEBIPQ+Trebuchet MS"/>
                <a:cs typeface="KEBIPQ+Trebuchet MS"/>
              </a:rPr>
              <a:t>racionálne</a:t>
            </a:r>
            <a:r>
              <a:rPr sz="2400" spc="-47" dirty="0">
                <a:solidFill>
                  <a:srgbClr val="404040"/>
                </a:solidFill>
                <a:latin typeface="KEBIPQ+Trebuchet MS"/>
                <a:cs typeface="KEBIPQ+Trebuchet MS"/>
              </a:rPr>
              <a:t> </a:t>
            </a:r>
            <a:r>
              <a:rPr sz="2400" dirty="0">
                <a:solidFill>
                  <a:srgbClr val="404040"/>
                </a:solidFill>
                <a:latin typeface="KEBIPQ+Trebuchet MS"/>
                <a:cs typeface="KEBIPQ+Trebuchet MS"/>
              </a:rPr>
              <a:t>stratégia</a:t>
            </a:r>
            <a:r>
              <a:rPr sz="2400" spc="-46" dirty="0">
                <a:solidFill>
                  <a:srgbClr val="404040"/>
                </a:solidFill>
                <a:latin typeface="KEBIPQ+Trebuchet MS"/>
                <a:cs typeface="KEBIPQ+Trebuchet MS"/>
              </a:rPr>
              <a:t> </a:t>
            </a:r>
            <a:r>
              <a:rPr sz="2400" dirty="0">
                <a:solidFill>
                  <a:srgbClr val="404040"/>
                </a:solidFill>
                <a:latin typeface="KEBIPQ+Trebuchet MS"/>
                <a:cs typeface="KEBIPQ+Trebuchet MS"/>
              </a:rPr>
              <a:t>konania)</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69010" y="674473"/>
            <a:ext cx="2941893" cy="654025"/>
          </a:xfrm>
          <a:prstGeom prst="rect">
            <a:avLst/>
          </a:prstGeom>
        </p:spPr>
        <p:txBody>
          <a:bodyPr vert="horz" wrap="square" lIns="0" tIns="0" rIns="0" bIns="0" rtlCol="0">
            <a:spAutoFit/>
          </a:bodyPr>
          <a:lstStyle/>
          <a:p>
            <a:pPr marL="0" marR="0">
              <a:lnSpc>
                <a:spcPts val="5102"/>
              </a:lnSpc>
              <a:spcBef>
                <a:spcPts val="0"/>
              </a:spcBef>
              <a:spcAft>
                <a:spcPts val="0"/>
              </a:spcAft>
            </a:pPr>
            <a:r>
              <a:rPr lang="sk-SK" sz="4400" dirty="0" smtClean="0">
                <a:solidFill>
                  <a:srgbClr val="5FCBEF"/>
                </a:solidFill>
                <a:latin typeface="KEBIPQ+Trebuchet MS"/>
                <a:cs typeface="KEBIPQ+Trebuchet MS"/>
              </a:rPr>
              <a:t>Teória hier</a:t>
            </a:r>
            <a:endParaRPr sz="4400" dirty="0">
              <a:solidFill>
                <a:srgbClr val="5FCBEF"/>
              </a:solidFill>
              <a:latin typeface="KEBIPQ+Trebuchet MS"/>
              <a:cs typeface="KEBIPQ+Trebuchet MS"/>
            </a:endParaRPr>
          </a:p>
        </p:txBody>
      </p:sp>
      <p:sp>
        <p:nvSpPr>
          <p:cNvPr id="4" name="object 4"/>
          <p:cNvSpPr txBox="1"/>
          <p:nvPr/>
        </p:nvSpPr>
        <p:spPr>
          <a:xfrm>
            <a:off x="769010" y="1613945"/>
            <a:ext cx="3802176" cy="718145"/>
          </a:xfrm>
          <a:prstGeom prst="rect">
            <a:avLst/>
          </a:prstGeom>
        </p:spPr>
        <p:txBody>
          <a:bodyPr vert="horz" wrap="square" lIns="0" tIns="0" rIns="0" bIns="0" rtlCol="0">
            <a:spAutoFit/>
          </a:bodyPr>
          <a:lstStyle/>
          <a:p>
            <a:pPr>
              <a:lnSpc>
                <a:spcPts val="2789"/>
              </a:lnSpc>
            </a:pPr>
            <a:r>
              <a:rPr sz="1900" dirty="0">
                <a:solidFill>
                  <a:srgbClr val="5FCBEF"/>
                </a:solidFill>
                <a:latin typeface="MKHQLP+Wingdings 3"/>
                <a:cs typeface="MKHQLP+Wingdings 3"/>
              </a:rPr>
              <a:t></a:t>
            </a:r>
            <a:r>
              <a:rPr sz="1900" spc="566" dirty="0">
                <a:solidFill>
                  <a:srgbClr val="5FCBEF"/>
                </a:solidFill>
                <a:latin typeface="Times New Roman"/>
                <a:cs typeface="Times New Roman"/>
              </a:rPr>
              <a:t> </a:t>
            </a:r>
            <a:r>
              <a:rPr lang="sk-SK" sz="2400" dirty="0">
                <a:solidFill>
                  <a:srgbClr val="292929"/>
                </a:solidFill>
                <a:latin typeface="Sitka Heading" panose="02000505000000020004" pitchFamily="2" charset="0"/>
              </a:rPr>
              <a:t>v scenári výhra/prehra sa objaví </a:t>
            </a:r>
            <a:r>
              <a:rPr lang="sk-SK" sz="2400" dirty="0" smtClean="0">
                <a:solidFill>
                  <a:srgbClr val="292929"/>
                </a:solidFill>
                <a:latin typeface="Sitka Heading" panose="02000505000000020004" pitchFamily="2" charset="0"/>
              </a:rPr>
              <a:t>konkurencia</a:t>
            </a:r>
            <a:endParaRPr sz="2400" dirty="0">
              <a:solidFill>
                <a:srgbClr val="404040"/>
              </a:solidFill>
              <a:latin typeface="Sitka Heading" panose="02000505000000020004" pitchFamily="2" charset="0"/>
              <a:cs typeface="KEBIPQ+Trebuchet MS"/>
            </a:endParaRPr>
          </a:p>
        </p:txBody>
      </p:sp>
      <p:sp>
        <p:nvSpPr>
          <p:cNvPr id="7" name="object 7"/>
          <p:cNvSpPr txBox="1"/>
          <p:nvPr/>
        </p:nvSpPr>
        <p:spPr>
          <a:xfrm>
            <a:off x="769010" y="2964844"/>
            <a:ext cx="3462399" cy="718145"/>
          </a:xfrm>
          <a:prstGeom prst="rect">
            <a:avLst/>
          </a:prstGeom>
        </p:spPr>
        <p:txBody>
          <a:bodyPr vert="horz" wrap="square" lIns="0" tIns="0" rIns="0" bIns="0" rtlCol="0">
            <a:spAutoFit/>
          </a:bodyPr>
          <a:lstStyle/>
          <a:p>
            <a:pPr>
              <a:lnSpc>
                <a:spcPts val="2789"/>
              </a:lnSpc>
            </a:pPr>
            <a:r>
              <a:rPr sz="1900" dirty="0">
                <a:solidFill>
                  <a:srgbClr val="5FCBEF"/>
                </a:solidFill>
                <a:latin typeface="MKHQLP+Wingdings 3"/>
                <a:cs typeface="MKHQLP+Wingdings 3"/>
              </a:rPr>
              <a:t></a:t>
            </a:r>
            <a:r>
              <a:rPr sz="1900" spc="566" dirty="0">
                <a:solidFill>
                  <a:srgbClr val="5FCBEF"/>
                </a:solidFill>
                <a:latin typeface="Times New Roman"/>
                <a:cs typeface="Times New Roman"/>
              </a:rPr>
              <a:t> </a:t>
            </a:r>
            <a:r>
              <a:rPr lang="sk-SK" sz="2400" dirty="0" smtClean="0">
                <a:solidFill>
                  <a:srgbClr val="292929"/>
                </a:solidFill>
                <a:latin typeface="Sitka Heading" panose="02000505000000020004" pitchFamily="2" charset="0"/>
              </a:rPr>
              <a:t>z konkurencie </a:t>
            </a:r>
            <a:r>
              <a:rPr lang="sk-SK" sz="2400" dirty="0">
                <a:solidFill>
                  <a:srgbClr val="292929"/>
                </a:solidFill>
                <a:latin typeface="Sitka Heading" panose="02000505000000020004" pitchFamily="2" charset="0"/>
              </a:rPr>
              <a:t>pramení </a:t>
            </a:r>
            <a:r>
              <a:rPr lang="sk-SK" sz="2400" b="1" i="1" dirty="0">
                <a:solidFill>
                  <a:srgbClr val="292929"/>
                </a:solidFill>
                <a:latin typeface="Sitka Heading" panose="02000505000000020004" pitchFamily="2" charset="0"/>
              </a:rPr>
              <a:t>stratégia</a:t>
            </a:r>
            <a:endParaRPr sz="2400" dirty="0">
              <a:solidFill>
                <a:srgbClr val="404040"/>
              </a:solidFill>
              <a:latin typeface="Sitka Heading" panose="02000505000000020004" pitchFamily="2" charset="0"/>
              <a:cs typeface="KEBIPQ+Trebuchet MS"/>
            </a:endParaRPr>
          </a:p>
        </p:txBody>
      </p:sp>
      <p:sp>
        <p:nvSpPr>
          <p:cNvPr id="9" name="object 9"/>
          <p:cNvSpPr txBox="1"/>
          <p:nvPr/>
        </p:nvSpPr>
        <p:spPr>
          <a:xfrm>
            <a:off x="733783" y="4221088"/>
            <a:ext cx="5759038" cy="1795363"/>
          </a:xfrm>
          <a:prstGeom prst="rect">
            <a:avLst/>
          </a:prstGeom>
        </p:spPr>
        <p:txBody>
          <a:bodyPr vert="horz" wrap="square" lIns="0" tIns="0" rIns="0" bIns="0" rtlCol="0">
            <a:spAutoFit/>
          </a:bodyPr>
          <a:lstStyle/>
          <a:p>
            <a:pPr>
              <a:lnSpc>
                <a:spcPts val="2789"/>
              </a:lnSpc>
            </a:pPr>
            <a:r>
              <a:rPr sz="1900" dirty="0">
                <a:solidFill>
                  <a:srgbClr val="5FCBEF"/>
                </a:solidFill>
                <a:latin typeface="MKHQLP+Wingdings 3"/>
                <a:cs typeface="MKHQLP+Wingdings 3"/>
              </a:rPr>
              <a:t></a:t>
            </a:r>
            <a:r>
              <a:rPr sz="1900" spc="566" dirty="0">
                <a:solidFill>
                  <a:srgbClr val="5FCBEF"/>
                </a:solidFill>
                <a:latin typeface="Times New Roman"/>
                <a:cs typeface="Times New Roman"/>
              </a:rPr>
              <a:t> </a:t>
            </a:r>
            <a:r>
              <a:rPr lang="sk-SK" sz="2400" dirty="0">
                <a:latin typeface="Sitka Heading" panose="02000505000000020004" pitchFamily="2" charset="0"/>
                <a:ea typeface="Calibri" panose="020F0502020204030204" pitchFamily="34" charset="0"/>
                <a:cs typeface="Times New Roman" panose="02020603050405020304" pitchFamily="18" charset="0"/>
              </a:rPr>
              <a:t>je odvetvie matematiky a ekonómie, ktoré študuje výber optimálneho správania jednotlivca, keď náklady a prínosy každej možnosti nie sú stanovené vopred, ale závisia od voľby iných jednotlivcov</a:t>
            </a:r>
            <a:endParaRPr sz="2400" dirty="0">
              <a:latin typeface="Sitka Heading" panose="02000505000000020004" pitchFamily="2" charset="0"/>
              <a:cs typeface="TUJTQB+Trebuchet M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477078"/>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69010" y="674473"/>
            <a:ext cx="2941893" cy="686115"/>
          </a:xfrm>
          <a:prstGeom prst="rect">
            <a:avLst/>
          </a:prstGeom>
        </p:spPr>
        <p:txBody>
          <a:bodyPr vert="horz" wrap="square" lIns="0" tIns="0" rIns="0" bIns="0" rtlCol="0">
            <a:spAutoFit/>
          </a:bodyPr>
          <a:lstStyle/>
          <a:p>
            <a:pPr marL="0" marR="0">
              <a:lnSpc>
                <a:spcPts val="5102"/>
              </a:lnSpc>
              <a:spcBef>
                <a:spcPts val="0"/>
              </a:spcBef>
              <a:spcAft>
                <a:spcPts val="0"/>
              </a:spcAft>
            </a:pPr>
            <a:r>
              <a:rPr sz="4400" dirty="0">
                <a:solidFill>
                  <a:srgbClr val="5FCBEF"/>
                </a:solidFill>
                <a:latin typeface="KEBIPQ+Trebuchet MS"/>
                <a:cs typeface="KEBIPQ+Trebuchet MS"/>
              </a:rPr>
              <a:t>História</a:t>
            </a:r>
            <a:r>
              <a:rPr sz="4400" spc="-67" dirty="0">
                <a:solidFill>
                  <a:srgbClr val="5FCBEF"/>
                </a:solidFill>
                <a:latin typeface="KEBIPQ+Trebuchet MS"/>
                <a:cs typeface="KEBIPQ+Trebuchet MS"/>
              </a:rPr>
              <a:t> </a:t>
            </a:r>
            <a:r>
              <a:rPr sz="4400" dirty="0">
                <a:solidFill>
                  <a:srgbClr val="5FCBEF"/>
                </a:solidFill>
                <a:latin typeface="KEBIPQ+Trebuchet MS"/>
                <a:cs typeface="KEBIPQ+Trebuchet MS"/>
              </a:rPr>
              <a:t>TH</a:t>
            </a:r>
          </a:p>
        </p:txBody>
      </p:sp>
      <p:sp>
        <p:nvSpPr>
          <p:cNvPr id="4" name="object 4"/>
          <p:cNvSpPr txBox="1"/>
          <p:nvPr/>
        </p:nvSpPr>
        <p:spPr>
          <a:xfrm>
            <a:off x="769010" y="1613945"/>
            <a:ext cx="3802176" cy="392367"/>
          </a:xfrm>
          <a:prstGeom prst="rect">
            <a:avLst/>
          </a:prstGeom>
        </p:spPr>
        <p:txBody>
          <a:bodyPr vert="horz" wrap="square" lIns="0" tIns="0" rIns="0" bIns="0" rtlCol="0">
            <a:spAutoFit/>
          </a:bodyPr>
          <a:lstStyle/>
          <a:p>
            <a:pPr marL="0" marR="0">
              <a:lnSpc>
                <a:spcPts val="2789"/>
              </a:lnSpc>
              <a:spcBef>
                <a:spcPts val="0"/>
              </a:spcBef>
              <a:spcAft>
                <a:spcPts val="0"/>
              </a:spcAft>
            </a:pPr>
            <a:r>
              <a:rPr sz="1900" dirty="0">
                <a:solidFill>
                  <a:srgbClr val="5FCBEF"/>
                </a:solidFill>
                <a:latin typeface="MKHQLP+Wingdings 3"/>
                <a:cs typeface="MKHQLP+Wingdings 3"/>
              </a:rPr>
              <a:t></a:t>
            </a:r>
            <a:r>
              <a:rPr sz="1900" spc="566" dirty="0">
                <a:solidFill>
                  <a:srgbClr val="5FCBEF"/>
                </a:solidFill>
                <a:latin typeface="Times New Roman"/>
                <a:cs typeface="Times New Roman"/>
              </a:rPr>
              <a:t> </a:t>
            </a:r>
            <a:r>
              <a:rPr sz="2400" dirty="0">
                <a:solidFill>
                  <a:srgbClr val="404040"/>
                </a:solidFill>
                <a:latin typeface="TUJTQB+Trebuchet MS"/>
                <a:cs typeface="TUJTQB+Trebuchet MS"/>
              </a:rPr>
              <a:t>m</a:t>
            </a:r>
            <a:r>
              <a:rPr sz="2400" dirty="0">
                <a:solidFill>
                  <a:srgbClr val="404040"/>
                </a:solidFill>
                <a:latin typeface="KEBIPQ+Trebuchet MS"/>
                <a:cs typeface="KEBIPQ+Trebuchet MS"/>
              </a:rPr>
              <a:t>ladá</a:t>
            </a:r>
            <a:r>
              <a:rPr sz="2400" spc="16" dirty="0">
                <a:solidFill>
                  <a:srgbClr val="404040"/>
                </a:solidFill>
                <a:latin typeface="KEBIPQ+Trebuchet MS"/>
                <a:cs typeface="KEBIPQ+Trebuchet MS"/>
              </a:rPr>
              <a:t> </a:t>
            </a:r>
            <a:r>
              <a:rPr sz="2400" dirty="0">
                <a:solidFill>
                  <a:srgbClr val="404040"/>
                </a:solidFill>
                <a:latin typeface="KEBIPQ+Trebuchet MS"/>
                <a:cs typeface="KEBIPQ+Trebuchet MS"/>
              </a:rPr>
              <a:t>teória,</a:t>
            </a:r>
            <a:r>
              <a:rPr sz="2400" spc="-52" dirty="0">
                <a:solidFill>
                  <a:srgbClr val="404040"/>
                </a:solidFill>
                <a:latin typeface="KEBIPQ+Trebuchet MS"/>
                <a:cs typeface="KEBIPQ+Trebuchet MS"/>
              </a:rPr>
              <a:t> </a:t>
            </a:r>
            <a:r>
              <a:rPr sz="2400" dirty="0">
                <a:solidFill>
                  <a:srgbClr val="404040"/>
                </a:solidFill>
                <a:latin typeface="KEBIPQ+Trebuchet MS"/>
                <a:cs typeface="KEBIPQ+Trebuchet MS"/>
              </a:rPr>
              <a:t>no korene</a:t>
            </a:r>
          </a:p>
        </p:txBody>
      </p:sp>
      <p:sp>
        <p:nvSpPr>
          <p:cNvPr id="5" name="object 5"/>
          <p:cNvSpPr txBox="1"/>
          <p:nvPr/>
        </p:nvSpPr>
        <p:spPr>
          <a:xfrm>
            <a:off x="1113434" y="1980245"/>
            <a:ext cx="841982" cy="392013"/>
          </a:xfrm>
          <a:prstGeom prst="rect">
            <a:avLst/>
          </a:prstGeom>
        </p:spPr>
        <p:txBody>
          <a:bodyPr vert="horz" wrap="square" lIns="0" tIns="0" rIns="0" bIns="0" rtlCol="0">
            <a:spAutoFit/>
          </a:bodyPr>
          <a:lstStyle/>
          <a:p>
            <a:pPr marL="0" marR="0">
              <a:lnSpc>
                <a:spcPts val="2786"/>
              </a:lnSpc>
              <a:spcBef>
                <a:spcPts val="0"/>
              </a:spcBef>
              <a:spcAft>
                <a:spcPts val="0"/>
              </a:spcAft>
            </a:pPr>
            <a:r>
              <a:rPr sz="2400" dirty="0">
                <a:solidFill>
                  <a:srgbClr val="404040"/>
                </a:solidFill>
                <a:latin typeface="KEBIPQ+Trebuchet MS"/>
                <a:cs typeface="KEBIPQ+Trebuchet MS"/>
              </a:rPr>
              <a:t>staré</a:t>
            </a:r>
          </a:p>
        </p:txBody>
      </p:sp>
      <p:sp>
        <p:nvSpPr>
          <p:cNvPr id="6" name="object 6"/>
          <p:cNvSpPr txBox="1"/>
          <p:nvPr/>
        </p:nvSpPr>
        <p:spPr>
          <a:xfrm>
            <a:off x="769010" y="2474402"/>
            <a:ext cx="2878200" cy="392013"/>
          </a:xfrm>
          <a:prstGeom prst="rect">
            <a:avLst/>
          </a:prstGeom>
        </p:spPr>
        <p:txBody>
          <a:bodyPr vert="horz" wrap="square" lIns="0" tIns="0" rIns="0" bIns="0" rtlCol="0">
            <a:spAutoFit/>
          </a:bodyPr>
          <a:lstStyle/>
          <a:p>
            <a:pPr marL="0" marR="0">
              <a:lnSpc>
                <a:spcPts val="2786"/>
              </a:lnSpc>
              <a:spcBef>
                <a:spcPts val="0"/>
              </a:spcBef>
              <a:spcAft>
                <a:spcPts val="0"/>
              </a:spcAft>
            </a:pPr>
            <a:r>
              <a:rPr sz="1900" dirty="0">
                <a:solidFill>
                  <a:srgbClr val="5FCBEF"/>
                </a:solidFill>
                <a:latin typeface="MKHQLP+Wingdings 3"/>
                <a:cs typeface="MKHQLP+Wingdings 3"/>
              </a:rPr>
              <a:t></a:t>
            </a:r>
            <a:r>
              <a:rPr sz="1900" spc="566" dirty="0">
                <a:solidFill>
                  <a:srgbClr val="5FCBEF"/>
                </a:solidFill>
                <a:latin typeface="Times New Roman"/>
                <a:cs typeface="Times New Roman"/>
              </a:rPr>
              <a:t> </a:t>
            </a:r>
            <a:r>
              <a:rPr sz="2400" dirty="0">
                <a:solidFill>
                  <a:srgbClr val="404040"/>
                </a:solidFill>
                <a:latin typeface="KEBIPQ+Trebuchet MS"/>
                <a:cs typeface="KEBIPQ+Trebuchet MS"/>
              </a:rPr>
              <a:t>šach</a:t>
            </a:r>
            <a:r>
              <a:rPr sz="2400" spc="11" dirty="0">
                <a:solidFill>
                  <a:srgbClr val="404040"/>
                </a:solidFill>
                <a:latin typeface="KEBIPQ+Trebuchet MS"/>
                <a:cs typeface="KEBIPQ+Trebuchet MS"/>
              </a:rPr>
              <a:t> </a:t>
            </a:r>
            <a:r>
              <a:rPr sz="2400" dirty="0">
                <a:solidFill>
                  <a:srgbClr val="404040"/>
                </a:solidFill>
                <a:latin typeface="KEBIPQ+Trebuchet MS"/>
                <a:cs typeface="KEBIPQ+Trebuchet MS"/>
              </a:rPr>
              <a:t>– </a:t>
            </a:r>
            <a:r>
              <a:rPr sz="2400" spc="-11" dirty="0" smtClean="0">
                <a:solidFill>
                  <a:srgbClr val="404040"/>
                </a:solidFill>
                <a:latin typeface="TUJTQB+Trebuchet MS"/>
                <a:cs typeface="TUJTQB+Trebuchet MS"/>
              </a:rPr>
              <a:t>2600</a:t>
            </a:r>
            <a:r>
              <a:rPr sz="2400" spc="45" dirty="0" smtClean="0">
                <a:solidFill>
                  <a:srgbClr val="404040"/>
                </a:solidFill>
                <a:latin typeface="TUJTQB+Trebuchet MS"/>
                <a:cs typeface="TUJTQB+Trebuchet MS"/>
              </a:rPr>
              <a:t> </a:t>
            </a:r>
            <a:r>
              <a:rPr sz="2400" dirty="0">
                <a:solidFill>
                  <a:srgbClr val="404040"/>
                </a:solidFill>
                <a:latin typeface="TUJTQB+Trebuchet MS"/>
                <a:cs typeface="TUJTQB+Trebuchet MS"/>
              </a:rPr>
              <a:t>rokov</a:t>
            </a:r>
          </a:p>
        </p:txBody>
      </p:sp>
      <p:sp>
        <p:nvSpPr>
          <p:cNvPr id="7" name="object 7"/>
          <p:cNvSpPr txBox="1"/>
          <p:nvPr/>
        </p:nvSpPr>
        <p:spPr>
          <a:xfrm>
            <a:off x="769010" y="2964844"/>
            <a:ext cx="3462399" cy="1124141"/>
          </a:xfrm>
          <a:prstGeom prst="rect">
            <a:avLst/>
          </a:prstGeom>
        </p:spPr>
        <p:txBody>
          <a:bodyPr vert="horz" wrap="square" lIns="0" tIns="0" rIns="0" bIns="0" rtlCol="0">
            <a:spAutoFit/>
          </a:bodyPr>
          <a:lstStyle/>
          <a:p>
            <a:pPr marL="0" marR="0">
              <a:lnSpc>
                <a:spcPts val="2789"/>
              </a:lnSpc>
              <a:spcBef>
                <a:spcPts val="0"/>
              </a:spcBef>
              <a:spcAft>
                <a:spcPts val="0"/>
              </a:spcAft>
            </a:pPr>
            <a:r>
              <a:rPr sz="1900" dirty="0">
                <a:solidFill>
                  <a:srgbClr val="5FCBEF"/>
                </a:solidFill>
                <a:latin typeface="MKHQLP+Wingdings 3"/>
                <a:cs typeface="MKHQLP+Wingdings 3"/>
              </a:rPr>
              <a:t></a:t>
            </a:r>
            <a:r>
              <a:rPr sz="1900" spc="566" dirty="0">
                <a:solidFill>
                  <a:srgbClr val="5FCBEF"/>
                </a:solidFill>
                <a:latin typeface="Times New Roman"/>
                <a:cs typeface="Times New Roman"/>
              </a:rPr>
              <a:t> </a:t>
            </a:r>
            <a:r>
              <a:rPr sz="2400" dirty="0">
                <a:solidFill>
                  <a:srgbClr val="404040"/>
                </a:solidFill>
                <a:latin typeface="KEBIPQ+Trebuchet MS"/>
                <a:cs typeface="KEBIPQ+Trebuchet MS"/>
              </a:rPr>
              <a:t>podstata</a:t>
            </a:r>
            <a:r>
              <a:rPr sz="2400" spc="-47" dirty="0">
                <a:solidFill>
                  <a:srgbClr val="404040"/>
                </a:solidFill>
                <a:latin typeface="KEBIPQ+Trebuchet MS"/>
                <a:cs typeface="KEBIPQ+Trebuchet MS"/>
              </a:rPr>
              <a:t> </a:t>
            </a:r>
            <a:r>
              <a:rPr sz="2400" dirty="0">
                <a:solidFill>
                  <a:srgbClr val="404040"/>
                </a:solidFill>
                <a:latin typeface="KEBIPQ+Trebuchet MS"/>
                <a:cs typeface="KEBIPQ+Trebuchet MS"/>
              </a:rPr>
              <a:t>úspechu:</a:t>
            </a:r>
          </a:p>
          <a:p>
            <a:pPr marL="344424" marR="0">
              <a:lnSpc>
                <a:spcPts val="2786"/>
              </a:lnSpc>
              <a:spcBef>
                <a:spcPts val="94"/>
              </a:spcBef>
              <a:spcAft>
                <a:spcPts val="0"/>
              </a:spcAft>
            </a:pPr>
            <a:r>
              <a:rPr sz="2400" dirty="0">
                <a:solidFill>
                  <a:srgbClr val="404040"/>
                </a:solidFill>
                <a:latin typeface="KEBIPQ+Trebuchet MS"/>
                <a:cs typeface="KEBIPQ+Trebuchet MS"/>
              </a:rPr>
              <a:t>anticipovať</a:t>
            </a:r>
            <a:r>
              <a:rPr sz="2400" spc="-72" dirty="0">
                <a:solidFill>
                  <a:srgbClr val="404040"/>
                </a:solidFill>
                <a:latin typeface="KEBIPQ+Trebuchet MS"/>
                <a:cs typeface="KEBIPQ+Trebuchet MS"/>
              </a:rPr>
              <a:t> </a:t>
            </a:r>
            <a:r>
              <a:rPr sz="2400" dirty="0">
                <a:solidFill>
                  <a:srgbClr val="404040"/>
                </a:solidFill>
                <a:latin typeface="KEBIPQ+Trebuchet MS"/>
                <a:cs typeface="KEBIPQ+Trebuchet MS"/>
              </a:rPr>
              <a:t>správanie</a:t>
            </a:r>
          </a:p>
          <a:p>
            <a:pPr marL="344424" marR="0">
              <a:lnSpc>
                <a:spcPts val="2789"/>
              </a:lnSpc>
              <a:spcBef>
                <a:spcPts val="91"/>
              </a:spcBef>
              <a:spcAft>
                <a:spcPts val="0"/>
              </a:spcAft>
            </a:pPr>
            <a:r>
              <a:rPr sz="2400" dirty="0">
                <a:solidFill>
                  <a:srgbClr val="404040"/>
                </a:solidFill>
                <a:latin typeface="KEBIPQ+Trebuchet MS"/>
                <a:cs typeface="KEBIPQ+Trebuchet MS"/>
              </a:rPr>
              <a:t>súpera vopred</a:t>
            </a:r>
            <a:r>
              <a:rPr sz="2400" spc="-25" dirty="0">
                <a:solidFill>
                  <a:srgbClr val="404040"/>
                </a:solidFill>
                <a:latin typeface="KEBIPQ+Trebuchet MS"/>
                <a:cs typeface="KEBIPQ+Trebuchet MS"/>
              </a:rPr>
              <a:t> </a:t>
            </a:r>
            <a:r>
              <a:rPr sz="2400" dirty="0">
                <a:solidFill>
                  <a:srgbClr val="404040"/>
                </a:solidFill>
                <a:latin typeface="KEBIPQ+Trebuchet MS"/>
                <a:cs typeface="KEBIPQ+Trebuchet MS"/>
              </a:rPr>
              <a:t>a</a:t>
            </a:r>
          </a:p>
        </p:txBody>
      </p:sp>
      <p:sp>
        <p:nvSpPr>
          <p:cNvPr id="8" name="object 8"/>
          <p:cNvSpPr txBox="1"/>
          <p:nvPr/>
        </p:nvSpPr>
        <p:spPr>
          <a:xfrm>
            <a:off x="1113434" y="4063045"/>
            <a:ext cx="3542206" cy="757840"/>
          </a:xfrm>
          <a:prstGeom prst="rect">
            <a:avLst/>
          </a:prstGeom>
        </p:spPr>
        <p:txBody>
          <a:bodyPr vert="horz" wrap="square" lIns="0" tIns="0" rIns="0" bIns="0" rtlCol="0">
            <a:spAutoFit/>
          </a:bodyPr>
          <a:lstStyle/>
          <a:p>
            <a:pPr marL="0" marR="0">
              <a:lnSpc>
                <a:spcPts val="2786"/>
              </a:lnSpc>
              <a:spcBef>
                <a:spcPts val="0"/>
              </a:spcBef>
              <a:spcAft>
                <a:spcPts val="0"/>
              </a:spcAft>
            </a:pPr>
            <a:r>
              <a:rPr sz="2400" dirty="0">
                <a:solidFill>
                  <a:srgbClr val="404040"/>
                </a:solidFill>
                <a:latin typeface="KEBIPQ+Trebuchet MS"/>
                <a:cs typeface="KEBIPQ+Trebuchet MS"/>
              </a:rPr>
              <a:t>prispôsobiť</a:t>
            </a:r>
            <a:r>
              <a:rPr sz="2400" spc="-22" dirty="0">
                <a:solidFill>
                  <a:srgbClr val="404040"/>
                </a:solidFill>
                <a:latin typeface="KEBIPQ+Trebuchet MS"/>
                <a:cs typeface="KEBIPQ+Trebuchet MS"/>
              </a:rPr>
              <a:t> </a:t>
            </a:r>
            <a:r>
              <a:rPr sz="2400" dirty="0">
                <a:solidFill>
                  <a:srgbClr val="404040"/>
                </a:solidFill>
                <a:latin typeface="KEBIPQ+Trebuchet MS"/>
                <a:cs typeface="KEBIPQ+Trebuchet MS"/>
              </a:rPr>
              <a:t>tomu</a:t>
            </a:r>
            <a:r>
              <a:rPr sz="2400" spc="-25" dirty="0">
                <a:solidFill>
                  <a:srgbClr val="404040"/>
                </a:solidFill>
                <a:latin typeface="KEBIPQ+Trebuchet MS"/>
                <a:cs typeface="KEBIPQ+Trebuchet MS"/>
              </a:rPr>
              <a:t> </a:t>
            </a:r>
            <a:r>
              <a:rPr sz="2400" dirty="0">
                <a:solidFill>
                  <a:srgbClr val="404040"/>
                </a:solidFill>
                <a:latin typeface="KEBIPQ+Trebuchet MS"/>
                <a:cs typeface="KEBIPQ+Trebuchet MS"/>
              </a:rPr>
              <a:t>vlastné</a:t>
            </a:r>
          </a:p>
          <a:p>
            <a:pPr marL="0" marR="0">
              <a:lnSpc>
                <a:spcPts val="2789"/>
              </a:lnSpc>
              <a:spcBef>
                <a:spcPts val="91"/>
              </a:spcBef>
              <a:spcAft>
                <a:spcPts val="0"/>
              </a:spcAft>
            </a:pPr>
            <a:r>
              <a:rPr sz="2400" dirty="0">
                <a:solidFill>
                  <a:srgbClr val="404040"/>
                </a:solidFill>
                <a:latin typeface="KEBIPQ+Trebuchet MS"/>
                <a:cs typeface="KEBIPQ+Trebuchet MS"/>
              </a:rPr>
              <a:t>správanie</a:t>
            </a:r>
          </a:p>
        </p:txBody>
      </p:sp>
      <p:sp>
        <p:nvSpPr>
          <p:cNvPr id="9" name="object 9"/>
          <p:cNvSpPr txBox="1"/>
          <p:nvPr/>
        </p:nvSpPr>
        <p:spPr>
          <a:xfrm>
            <a:off x="769010" y="4922549"/>
            <a:ext cx="4121434" cy="1124191"/>
          </a:xfrm>
          <a:prstGeom prst="rect">
            <a:avLst/>
          </a:prstGeom>
        </p:spPr>
        <p:txBody>
          <a:bodyPr vert="horz" wrap="square" lIns="0" tIns="0" rIns="0" bIns="0" rtlCol="0">
            <a:spAutoFit/>
          </a:bodyPr>
          <a:lstStyle/>
          <a:p>
            <a:pPr marL="0" marR="0">
              <a:lnSpc>
                <a:spcPts val="2789"/>
              </a:lnSpc>
              <a:spcBef>
                <a:spcPts val="0"/>
              </a:spcBef>
              <a:spcAft>
                <a:spcPts val="0"/>
              </a:spcAft>
            </a:pPr>
            <a:r>
              <a:rPr sz="1900" dirty="0">
                <a:solidFill>
                  <a:srgbClr val="5FCBEF"/>
                </a:solidFill>
                <a:latin typeface="MKHQLP+Wingdings 3"/>
                <a:cs typeface="MKHQLP+Wingdings 3"/>
              </a:rPr>
              <a:t></a:t>
            </a:r>
            <a:r>
              <a:rPr sz="1900" spc="566" dirty="0">
                <a:solidFill>
                  <a:srgbClr val="5FCBEF"/>
                </a:solidFill>
                <a:latin typeface="Times New Roman"/>
                <a:cs typeface="Times New Roman"/>
              </a:rPr>
              <a:t> </a:t>
            </a:r>
            <a:r>
              <a:rPr sz="2400" spc="12" dirty="0">
                <a:solidFill>
                  <a:srgbClr val="404040"/>
                </a:solidFill>
                <a:latin typeface="TUJTQB+Trebuchet MS"/>
                <a:cs typeface="TUJTQB+Trebuchet MS"/>
              </a:rPr>
              <a:t>c</a:t>
            </a:r>
            <a:r>
              <a:rPr sz="2400" dirty="0">
                <a:solidFill>
                  <a:srgbClr val="404040"/>
                </a:solidFill>
                <a:latin typeface="KEBIPQ+Trebuchet MS"/>
                <a:cs typeface="KEBIPQ+Trebuchet MS"/>
              </a:rPr>
              <a:t>ieľ: prehliadnuť</a:t>
            </a:r>
            <a:r>
              <a:rPr sz="2400" spc="-47" dirty="0">
                <a:solidFill>
                  <a:srgbClr val="404040"/>
                </a:solidFill>
                <a:latin typeface="KEBIPQ+Trebuchet MS"/>
                <a:cs typeface="KEBIPQ+Trebuchet MS"/>
              </a:rPr>
              <a:t> </a:t>
            </a:r>
            <a:r>
              <a:rPr sz="2400" dirty="0">
                <a:solidFill>
                  <a:srgbClr val="404040"/>
                </a:solidFill>
                <a:latin typeface="KEBIPQ+Trebuchet MS"/>
                <a:cs typeface="KEBIPQ+Trebuchet MS"/>
              </a:rPr>
              <a:t>stratégiu</a:t>
            </a:r>
          </a:p>
          <a:p>
            <a:pPr marL="344424" marR="0">
              <a:lnSpc>
                <a:spcPts val="2786"/>
              </a:lnSpc>
              <a:spcBef>
                <a:spcPts val="94"/>
              </a:spcBef>
              <a:spcAft>
                <a:spcPts val="0"/>
              </a:spcAft>
            </a:pPr>
            <a:r>
              <a:rPr sz="2400" dirty="0">
                <a:solidFill>
                  <a:srgbClr val="404040"/>
                </a:solidFill>
                <a:latin typeface="KEBIPQ+Trebuchet MS"/>
                <a:cs typeface="KEBIPQ+Trebuchet MS"/>
              </a:rPr>
              <a:t>súpera a</a:t>
            </a:r>
            <a:r>
              <a:rPr sz="2400" spc="-21" dirty="0">
                <a:solidFill>
                  <a:srgbClr val="404040"/>
                </a:solidFill>
                <a:latin typeface="KEBIPQ+Trebuchet MS"/>
                <a:cs typeface="KEBIPQ+Trebuchet MS"/>
              </a:rPr>
              <a:t> </a:t>
            </a:r>
            <a:r>
              <a:rPr sz="2400" dirty="0">
                <a:solidFill>
                  <a:srgbClr val="404040"/>
                </a:solidFill>
                <a:latin typeface="KEBIPQ+Trebuchet MS"/>
                <a:cs typeface="KEBIPQ+Trebuchet MS"/>
              </a:rPr>
              <a:t>nedovoliť</a:t>
            </a:r>
            <a:r>
              <a:rPr sz="2400" spc="-24" dirty="0">
                <a:solidFill>
                  <a:srgbClr val="404040"/>
                </a:solidFill>
                <a:latin typeface="KEBIPQ+Trebuchet MS"/>
                <a:cs typeface="KEBIPQ+Trebuchet MS"/>
              </a:rPr>
              <a:t> </a:t>
            </a:r>
            <a:r>
              <a:rPr sz="2400" dirty="0">
                <a:solidFill>
                  <a:srgbClr val="404040"/>
                </a:solidFill>
                <a:latin typeface="KEBIPQ+Trebuchet MS"/>
                <a:cs typeface="KEBIPQ+Trebuchet MS"/>
              </a:rPr>
              <a:t>mu,</a:t>
            </a:r>
          </a:p>
          <a:p>
            <a:pPr marL="344424" marR="0">
              <a:lnSpc>
                <a:spcPts val="2789"/>
              </a:lnSpc>
              <a:spcBef>
                <a:spcPts val="91"/>
              </a:spcBef>
              <a:spcAft>
                <a:spcPts val="0"/>
              </a:spcAft>
            </a:pPr>
            <a:r>
              <a:rPr sz="2400" dirty="0">
                <a:solidFill>
                  <a:srgbClr val="404040"/>
                </a:solidFill>
                <a:latin typeface="TUJTQB+Trebuchet MS"/>
                <a:cs typeface="TUJTQB+Trebuchet MS"/>
              </a:rPr>
              <a:t>aby ju</a:t>
            </a:r>
            <a:r>
              <a:rPr sz="2400" spc="-20" dirty="0">
                <a:solidFill>
                  <a:srgbClr val="404040"/>
                </a:solidFill>
                <a:latin typeface="TUJTQB+Trebuchet MS"/>
                <a:cs typeface="TUJTQB+Trebuchet MS"/>
              </a:rPr>
              <a:t> </a:t>
            </a:r>
            <a:r>
              <a:rPr sz="2400" dirty="0">
                <a:solidFill>
                  <a:srgbClr val="404040"/>
                </a:solidFill>
                <a:latin typeface="TUJTQB+Trebuchet MS"/>
                <a:cs typeface="TUJTQB+Trebuchet MS"/>
              </a:rPr>
              <a:t>uplatnil</a:t>
            </a:r>
          </a:p>
        </p:txBody>
      </p:sp>
    </p:spTree>
    <p:extLst>
      <p:ext uri="{BB962C8B-B14F-4D97-AF65-F5344CB8AC3E}">
        <p14:creationId xmlns:p14="http://schemas.microsoft.com/office/powerpoint/2010/main" val="152130991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69010" y="676190"/>
            <a:ext cx="3578325" cy="834758"/>
          </a:xfrm>
          <a:prstGeom prst="rect">
            <a:avLst/>
          </a:prstGeom>
        </p:spPr>
        <p:txBody>
          <a:bodyPr vert="horz" wrap="square" lIns="0" tIns="0" rIns="0" bIns="0" rtlCol="0">
            <a:spAutoFit/>
          </a:bodyPr>
          <a:lstStyle/>
          <a:p>
            <a:pPr marL="0" marR="0">
              <a:lnSpc>
                <a:spcPts val="6272"/>
              </a:lnSpc>
              <a:spcBef>
                <a:spcPts val="0"/>
              </a:spcBef>
              <a:spcAft>
                <a:spcPts val="0"/>
              </a:spcAft>
            </a:pPr>
            <a:r>
              <a:rPr sz="5400" dirty="0">
                <a:solidFill>
                  <a:srgbClr val="5FCBEF"/>
                </a:solidFill>
                <a:latin typeface="KEBIPQ+Trebuchet MS"/>
                <a:cs typeface="KEBIPQ+Trebuchet MS"/>
              </a:rPr>
              <a:t>História</a:t>
            </a:r>
            <a:r>
              <a:rPr sz="5400" spc="-74" dirty="0">
                <a:solidFill>
                  <a:srgbClr val="5FCBEF"/>
                </a:solidFill>
                <a:latin typeface="KEBIPQ+Trebuchet MS"/>
                <a:cs typeface="KEBIPQ+Trebuchet MS"/>
              </a:rPr>
              <a:t> </a:t>
            </a:r>
            <a:r>
              <a:rPr sz="5400" dirty="0">
                <a:solidFill>
                  <a:srgbClr val="5FCBEF"/>
                </a:solidFill>
                <a:latin typeface="KEBIPQ+Trebuchet MS"/>
                <a:cs typeface="KEBIPQ+Trebuchet MS"/>
              </a:rPr>
              <a:t>TH</a:t>
            </a:r>
          </a:p>
        </p:txBody>
      </p:sp>
      <p:sp>
        <p:nvSpPr>
          <p:cNvPr id="4" name="object 4"/>
          <p:cNvSpPr txBox="1"/>
          <p:nvPr/>
        </p:nvSpPr>
        <p:spPr>
          <a:xfrm>
            <a:off x="5182870" y="1720657"/>
            <a:ext cx="4105454" cy="1489615"/>
          </a:xfrm>
          <a:prstGeom prst="rect">
            <a:avLst/>
          </a:prstGeom>
        </p:spPr>
        <p:txBody>
          <a:bodyPr vert="horz" wrap="square" lIns="0" tIns="0" rIns="0" bIns="0" rtlCol="0">
            <a:spAutoFit/>
          </a:bodyPr>
          <a:lstStyle/>
          <a:p>
            <a:pPr marL="0" marR="0">
              <a:lnSpc>
                <a:spcPts val="2786"/>
              </a:lnSpc>
              <a:spcBef>
                <a:spcPts val="0"/>
              </a:spcBef>
              <a:spcAft>
                <a:spcPts val="0"/>
              </a:spcAft>
            </a:pPr>
            <a:r>
              <a:rPr sz="1900" dirty="0">
                <a:solidFill>
                  <a:srgbClr val="5FCBEF"/>
                </a:solidFill>
                <a:latin typeface="MKHQLP+Wingdings 3"/>
                <a:cs typeface="MKHQLP+Wingdings 3"/>
              </a:rPr>
              <a:t></a:t>
            </a:r>
            <a:r>
              <a:rPr sz="1900" spc="566" dirty="0">
                <a:solidFill>
                  <a:srgbClr val="5FCBEF"/>
                </a:solidFill>
                <a:latin typeface="Times New Roman"/>
                <a:cs typeface="Times New Roman"/>
              </a:rPr>
              <a:t> </a:t>
            </a:r>
            <a:r>
              <a:rPr sz="2400" dirty="0">
                <a:solidFill>
                  <a:srgbClr val="404040"/>
                </a:solidFill>
                <a:latin typeface="TUJTQB+Trebuchet MS"/>
                <a:cs typeface="TUJTQB+Trebuchet MS"/>
              </a:rPr>
              <a:t>John</a:t>
            </a:r>
            <a:r>
              <a:rPr sz="2400" spc="-28" dirty="0">
                <a:solidFill>
                  <a:srgbClr val="404040"/>
                </a:solidFill>
                <a:latin typeface="TUJTQB+Trebuchet MS"/>
                <a:cs typeface="TUJTQB+Trebuchet MS"/>
              </a:rPr>
              <a:t> </a:t>
            </a:r>
            <a:r>
              <a:rPr sz="2400" dirty="0">
                <a:solidFill>
                  <a:srgbClr val="404040"/>
                </a:solidFill>
                <a:latin typeface="TUJTQB+Trebuchet MS"/>
                <a:cs typeface="TUJTQB+Trebuchet MS"/>
              </a:rPr>
              <a:t>von</a:t>
            </a:r>
            <a:r>
              <a:rPr sz="2400" spc="14" dirty="0">
                <a:solidFill>
                  <a:srgbClr val="404040"/>
                </a:solidFill>
                <a:latin typeface="TUJTQB+Trebuchet MS"/>
                <a:cs typeface="TUJTQB+Trebuchet MS"/>
              </a:rPr>
              <a:t> </a:t>
            </a:r>
            <a:r>
              <a:rPr sz="2400" b="1" dirty="0">
                <a:solidFill>
                  <a:srgbClr val="404040"/>
                </a:solidFill>
                <a:latin typeface="DUARWJ+Trebuchet MS Bold"/>
                <a:cs typeface="DUARWJ+Trebuchet MS Bold"/>
              </a:rPr>
              <a:t>Neumann</a:t>
            </a:r>
            <a:r>
              <a:rPr sz="2400" dirty="0">
                <a:solidFill>
                  <a:srgbClr val="404040"/>
                </a:solidFill>
                <a:latin typeface="TUJTQB+Trebuchet MS"/>
                <a:cs typeface="TUJTQB+Trebuchet MS"/>
              </a:rPr>
              <a:t>,</a:t>
            </a:r>
            <a:r>
              <a:rPr sz="2400" spc="-20" dirty="0">
                <a:solidFill>
                  <a:srgbClr val="404040"/>
                </a:solidFill>
                <a:latin typeface="TUJTQB+Trebuchet MS"/>
                <a:cs typeface="TUJTQB+Trebuchet MS"/>
              </a:rPr>
              <a:t> </a:t>
            </a:r>
            <a:r>
              <a:rPr sz="2400" dirty="0">
                <a:solidFill>
                  <a:srgbClr val="404040"/>
                </a:solidFill>
                <a:latin typeface="TUJTQB+Trebuchet MS"/>
                <a:cs typeface="TUJTQB+Trebuchet MS"/>
              </a:rPr>
              <a:t>Oskar</a:t>
            </a:r>
          </a:p>
          <a:p>
            <a:pPr marL="344423" marR="0">
              <a:lnSpc>
                <a:spcPts val="2789"/>
              </a:lnSpc>
              <a:spcBef>
                <a:spcPts val="91"/>
              </a:spcBef>
              <a:spcAft>
                <a:spcPts val="0"/>
              </a:spcAft>
            </a:pPr>
            <a:r>
              <a:rPr sz="2400" b="1" dirty="0">
                <a:solidFill>
                  <a:srgbClr val="404040"/>
                </a:solidFill>
                <a:latin typeface="DUARWJ+Trebuchet MS Bold"/>
                <a:cs typeface="DUARWJ+Trebuchet MS Bold"/>
              </a:rPr>
              <a:t>Morgenstern</a:t>
            </a:r>
            <a:r>
              <a:rPr sz="2400" b="1" spc="108" dirty="0">
                <a:solidFill>
                  <a:srgbClr val="404040"/>
                </a:solidFill>
                <a:latin typeface="Times New Roman"/>
                <a:cs typeface="Times New Roman"/>
              </a:rPr>
              <a:t> </a:t>
            </a:r>
            <a:r>
              <a:rPr sz="2400" dirty="0">
                <a:solidFill>
                  <a:srgbClr val="404040"/>
                </a:solidFill>
                <a:latin typeface="KEBIPQ+Trebuchet MS"/>
                <a:cs typeface="KEBIPQ+Trebuchet MS"/>
              </a:rPr>
              <a:t>– </a:t>
            </a:r>
            <a:r>
              <a:rPr sz="2400" spc="-11" dirty="0">
                <a:solidFill>
                  <a:srgbClr val="404040"/>
                </a:solidFill>
                <a:latin typeface="TUJTQB+Trebuchet MS"/>
                <a:cs typeface="TUJTQB+Trebuchet MS"/>
              </a:rPr>
              <a:t>1944</a:t>
            </a:r>
            <a:r>
              <a:rPr sz="2400" spc="69" dirty="0">
                <a:solidFill>
                  <a:srgbClr val="404040"/>
                </a:solidFill>
                <a:latin typeface="TUJTQB+Trebuchet MS"/>
                <a:cs typeface="TUJTQB+Trebuchet MS"/>
              </a:rPr>
              <a:t> </a:t>
            </a:r>
            <a:r>
              <a:rPr sz="2400" dirty="0">
                <a:solidFill>
                  <a:srgbClr val="404040"/>
                </a:solidFill>
                <a:latin typeface="KEBIPQ+Trebuchet MS"/>
                <a:cs typeface="KEBIPQ+Trebuchet MS"/>
              </a:rPr>
              <a:t>–</a:t>
            </a:r>
          </a:p>
          <a:p>
            <a:pPr marL="344423" marR="0">
              <a:lnSpc>
                <a:spcPts val="2786"/>
              </a:lnSpc>
              <a:spcBef>
                <a:spcPts val="44"/>
              </a:spcBef>
              <a:spcAft>
                <a:spcPts val="0"/>
              </a:spcAft>
            </a:pPr>
            <a:r>
              <a:rPr sz="2400" dirty="0">
                <a:solidFill>
                  <a:srgbClr val="404040"/>
                </a:solidFill>
                <a:latin typeface="TUJTQB+Trebuchet MS"/>
                <a:cs typeface="TUJTQB+Trebuchet MS"/>
              </a:rPr>
              <a:t>Theory of</a:t>
            </a:r>
            <a:r>
              <a:rPr sz="2400" spc="-29" dirty="0">
                <a:solidFill>
                  <a:srgbClr val="404040"/>
                </a:solidFill>
                <a:latin typeface="TUJTQB+Trebuchet MS"/>
                <a:cs typeface="TUJTQB+Trebuchet MS"/>
              </a:rPr>
              <a:t> </a:t>
            </a:r>
            <a:r>
              <a:rPr sz="2400" dirty="0">
                <a:solidFill>
                  <a:srgbClr val="404040"/>
                </a:solidFill>
                <a:latin typeface="TUJTQB+Trebuchet MS"/>
                <a:cs typeface="TUJTQB+Trebuchet MS"/>
              </a:rPr>
              <a:t>Games</a:t>
            </a:r>
            <a:r>
              <a:rPr sz="2400" spc="-11" dirty="0">
                <a:solidFill>
                  <a:srgbClr val="404040"/>
                </a:solidFill>
                <a:latin typeface="TUJTQB+Trebuchet MS"/>
                <a:cs typeface="TUJTQB+Trebuchet MS"/>
              </a:rPr>
              <a:t> </a:t>
            </a:r>
            <a:r>
              <a:rPr sz="2400" dirty="0">
                <a:solidFill>
                  <a:srgbClr val="404040"/>
                </a:solidFill>
                <a:latin typeface="TUJTQB+Trebuchet MS"/>
                <a:cs typeface="TUJTQB+Trebuchet MS"/>
              </a:rPr>
              <a:t>and</a:t>
            </a:r>
          </a:p>
          <a:p>
            <a:pPr marL="344423" marR="0">
              <a:lnSpc>
                <a:spcPts val="2789"/>
              </a:lnSpc>
              <a:spcBef>
                <a:spcPts val="91"/>
              </a:spcBef>
              <a:spcAft>
                <a:spcPts val="0"/>
              </a:spcAft>
            </a:pPr>
            <a:r>
              <a:rPr sz="2400" dirty="0">
                <a:solidFill>
                  <a:srgbClr val="404040"/>
                </a:solidFill>
                <a:latin typeface="TUJTQB+Trebuchet MS"/>
                <a:cs typeface="TUJTQB+Trebuchet MS"/>
              </a:rPr>
              <a:t>Economic</a:t>
            </a:r>
            <a:r>
              <a:rPr sz="2400" spc="-58" dirty="0">
                <a:solidFill>
                  <a:srgbClr val="404040"/>
                </a:solidFill>
                <a:latin typeface="TUJTQB+Trebuchet MS"/>
                <a:cs typeface="TUJTQB+Trebuchet MS"/>
              </a:rPr>
              <a:t> </a:t>
            </a:r>
            <a:r>
              <a:rPr sz="2400" dirty="0">
                <a:solidFill>
                  <a:srgbClr val="404040"/>
                </a:solidFill>
                <a:latin typeface="TUJTQB+Trebuchet MS"/>
                <a:cs typeface="TUJTQB+Trebuchet MS"/>
              </a:rPr>
              <a:t>Behavior</a:t>
            </a:r>
          </a:p>
        </p:txBody>
      </p:sp>
      <p:sp>
        <p:nvSpPr>
          <p:cNvPr id="5" name="object 5"/>
          <p:cNvSpPr txBox="1"/>
          <p:nvPr/>
        </p:nvSpPr>
        <p:spPr>
          <a:xfrm>
            <a:off x="5182870" y="3309173"/>
            <a:ext cx="3711058" cy="392013"/>
          </a:xfrm>
          <a:prstGeom prst="rect">
            <a:avLst/>
          </a:prstGeom>
        </p:spPr>
        <p:txBody>
          <a:bodyPr vert="horz" wrap="square" lIns="0" tIns="0" rIns="0" bIns="0" rtlCol="0">
            <a:spAutoFit/>
          </a:bodyPr>
          <a:lstStyle/>
          <a:p>
            <a:pPr marL="0" marR="0">
              <a:lnSpc>
                <a:spcPts val="2786"/>
              </a:lnSpc>
              <a:spcBef>
                <a:spcPts val="0"/>
              </a:spcBef>
              <a:spcAft>
                <a:spcPts val="0"/>
              </a:spcAft>
            </a:pPr>
            <a:r>
              <a:rPr sz="1900" dirty="0">
                <a:solidFill>
                  <a:srgbClr val="5FCBEF"/>
                </a:solidFill>
                <a:latin typeface="MKHQLP+Wingdings 3"/>
                <a:cs typeface="MKHQLP+Wingdings 3"/>
              </a:rPr>
              <a:t></a:t>
            </a:r>
            <a:r>
              <a:rPr sz="1900" spc="566" dirty="0">
                <a:solidFill>
                  <a:srgbClr val="5FCBEF"/>
                </a:solidFill>
                <a:latin typeface="Times New Roman"/>
                <a:cs typeface="Times New Roman"/>
              </a:rPr>
              <a:t> </a:t>
            </a:r>
            <a:r>
              <a:rPr sz="2400" dirty="0">
                <a:solidFill>
                  <a:srgbClr val="404040"/>
                </a:solidFill>
                <a:latin typeface="KEBIPQ+Trebuchet MS"/>
                <a:cs typeface="KEBIPQ+Trebuchet MS"/>
              </a:rPr>
              <a:t>počiatky</a:t>
            </a:r>
            <a:r>
              <a:rPr sz="2400" spc="-39" dirty="0">
                <a:solidFill>
                  <a:srgbClr val="404040"/>
                </a:solidFill>
                <a:latin typeface="KEBIPQ+Trebuchet MS"/>
                <a:cs typeface="KEBIPQ+Trebuchet MS"/>
              </a:rPr>
              <a:t> </a:t>
            </a:r>
            <a:r>
              <a:rPr sz="2400" dirty="0">
                <a:solidFill>
                  <a:srgbClr val="404040"/>
                </a:solidFill>
                <a:latin typeface="KEBIPQ+Trebuchet MS"/>
                <a:cs typeface="KEBIPQ+Trebuchet MS"/>
              </a:rPr>
              <a:t>už</a:t>
            </a:r>
            <a:r>
              <a:rPr sz="2400" spc="-18" dirty="0">
                <a:solidFill>
                  <a:srgbClr val="404040"/>
                </a:solidFill>
                <a:latin typeface="KEBIPQ+Trebuchet MS"/>
                <a:cs typeface="KEBIPQ+Trebuchet MS"/>
              </a:rPr>
              <a:t> </a:t>
            </a:r>
            <a:r>
              <a:rPr sz="2400" dirty="0">
                <a:solidFill>
                  <a:srgbClr val="404040"/>
                </a:solidFill>
                <a:latin typeface="KEBIPQ+Trebuchet MS"/>
                <a:cs typeface="KEBIPQ+Trebuchet MS"/>
              </a:rPr>
              <a:t>v staroveku</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4299458" y="615814"/>
            <a:ext cx="4919391" cy="679673"/>
          </a:xfrm>
          <a:prstGeom prst="rect">
            <a:avLst/>
          </a:prstGeom>
        </p:spPr>
        <p:txBody>
          <a:bodyPr vert="horz" wrap="square" lIns="0" tIns="0" rIns="0" bIns="0" rtlCol="0">
            <a:spAutoFit/>
          </a:bodyPr>
          <a:lstStyle/>
          <a:p>
            <a:pPr marL="0" marR="0">
              <a:lnSpc>
                <a:spcPts val="5327"/>
              </a:lnSpc>
              <a:spcBef>
                <a:spcPts val="0"/>
              </a:spcBef>
              <a:spcAft>
                <a:spcPts val="0"/>
              </a:spcAft>
            </a:pPr>
            <a:r>
              <a:rPr sz="4400" b="1" dirty="0" err="1" smtClean="0">
                <a:solidFill>
                  <a:srgbClr val="000000"/>
                </a:solidFill>
                <a:latin typeface="LIGQAD+Century Gothic Bold"/>
                <a:cs typeface="LIGQAD+Century Gothic Bold"/>
              </a:rPr>
              <a:t>Pascalov</a:t>
            </a:r>
            <a:r>
              <a:rPr lang="sk-SK" sz="4400" b="1" dirty="0" smtClean="0">
                <a:solidFill>
                  <a:srgbClr val="000000"/>
                </a:solidFill>
                <a:latin typeface="LIGQAD+Century Gothic Bold"/>
                <a:cs typeface="LIGQAD+Century Gothic Bold"/>
              </a:rPr>
              <a:t>a</a:t>
            </a:r>
            <a:r>
              <a:rPr sz="4400" b="1" spc="155" dirty="0" smtClean="0">
                <a:solidFill>
                  <a:srgbClr val="000000"/>
                </a:solidFill>
                <a:latin typeface="Times New Roman"/>
                <a:cs typeface="Times New Roman"/>
              </a:rPr>
              <a:t> </a:t>
            </a:r>
            <a:r>
              <a:rPr sz="4400" b="1" dirty="0">
                <a:solidFill>
                  <a:srgbClr val="000000"/>
                </a:solidFill>
                <a:latin typeface="LIGQAD+Century Gothic Bold"/>
                <a:cs typeface="LIGQAD+Century Gothic Bold"/>
              </a:rPr>
              <a:t>stávka</a:t>
            </a:r>
          </a:p>
        </p:txBody>
      </p:sp>
      <p:sp>
        <p:nvSpPr>
          <p:cNvPr id="4" name="object 4"/>
          <p:cNvSpPr txBox="1"/>
          <p:nvPr/>
        </p:nvSpPr>
        <p:spPr>
          <a:xfrm>
            <a:off x="1233220" y="2653059"/>
            <a:ext cx="2118530" cy="392367"/>
          </a:xfrm>
          <a:prstGeom prst="rect">
            <a:avLst/>
          </a:prstGeom>
        </p:spPr>
        <p:txBody>
          <a:bodyPr vert="horz" wrap="square" lIns="0" tIns="0" rIns="0" bIns="0" rtlCol="0">
            <a:spAutoFit/>
          </a:bodyPr>
          <a:lstStyle/>
          <a:p>
            <a:pPr marL="0" marR="0">
              <a:lnSpc>
                <a:spcPts val="2789"/>
              </a:lnSpc>
              <a:spcBef>
                <a:spcPts val="0"/>
              </a:spcBef>
              <a:spcAft>
                <a:spcPts val="0"/>
              </a:spcAft>
            </a:pPr>
            <a:r>
              <a:rPr sz="1900" dirty="0">
                <a:solidFill>
                  <a:srgbClr val="5FCBEF"/>
                </a:solidFill>
                <a:latin typeface="SDUHJH+Arial"/>
                <a:cs typeface="SDUHJH+Arial"/>
              </a:rPr>
              <a:t>•</a:t>
            </a:r>
            <a:r>
              <a:rPr sz="1900" spc="1571" dirty="0">
                <a:solidFill>
                  <a:srgbClr val="5FCBEF"/>
                </a:solidFill>
                <a:latin typeface="Times New Roman"/>
                <a:cs typeface="Times New Roman"/>
              </a:rPr>
              <a:t> </a:t>
            </a:r>
            <a:r>
              <a:rPr sz="2400" spc="-12" dirty="0">
                <a:solidFill>
                  <a:srgbClr val="404040"/>
                </a:solidFill>
                <a:latin typeface="KEBIPQ+Trebuchet MS"/>
                <a:cs typeface="KEBIPQ+Trebuchet MS"/>
              </a:rPr>
              <a:t>17.</a:t>
            </a:r>
            <a:r>
              <a:rPr sz="2400" spc="36" dirty="0">
                <a:solidFill>
                  <a:srgbClr val="404040"/>
                </a:solidFill>
                <a:latin typeface="KEBIPQ+Trebuchet MS"/>
                <a:cs typeface="KEBIPQ+Trebuchet MS"/>
              </a:rPr>
              <a:t> </a:t>
            </a:r>
            <a:r>
              <a:rPr sz="2400" dirty="0">
                <a:solidFill>
                  <a:srgbClr val="404040"/>
                </a:solidFill>
                <a:latin typeface="KEBIPQ+Trebuchet MS"/>
                <a:cs typeface="KEBIPQ+Trebuchet MS"/>
              </a:rPr>
              <a:t>storočie</a:t>
            </a:r>
          </a:p>
        </p:txBody>
      </p:sp>
      <p:sp>
        <p:nvSpPr>
          <p:cNvPr id="5" name="object 5"/>
          <p:cNvSpPr txBox="1"/>
          <p:nvPr/>
        </p:nvSpPr>
        <p:spPr>
          <a:xfrm>
            <a:off x="1233220" y="3144327"/>
            <a:ext cx="8103263" cy="392013"/>
          </a:xfrm>
          <a:prstGeom prst="rect">
            <a:avLst/>
          </a:prstGeom>
        </p:spPr>
        <p:txBody>
          <a:bodyPr vert="horz" wrap="square" lIns="0" tIns="0" rIns="0" bIns="0" rtlCol="0">
            <a:spAutoFit/>
          </a:bodyPr>
          <a:lstStyle/>
          <a:p>
            <a:pPr marL="0" marR="0">
              <a:lnSpc>
                <a:spcPts val="2786"/>
              </a:lnSpc>
              <a:spcBef>
                <a:spcPts val="0"/>
              </a:spcBef>
              <a:spcAft>
                <a:spcPts val="0"/>
              </a:spcAft>
            </a:pPr>
            <a:r>
              <a:rPr sz="1900" dirty="0">
                <a:solidFill>
                  <a:srgbClr val="5FCBEF"/>
                </a:solidFill>
                <a:latin typeface="SDUHJH+Arial"/>
                <a:cs typeface="SDUHJH+Arial"/>
              </a:rPr>
              <a:t>•</a:t>
            </a:r>
            <a:r>
              <a:rPr sz="1900" spc="1571" dirty="0">
                <a:solidFill>
                  <a:srgbClr val="5FCBEF"/>
                </a:solidFill>
                <a:latin typeface="Times New Roman"/>
                <a:cs typeface="Times New Roman"/>
              </a:rPr>
              <a:t> </a:t>
            </a:r>
            <a:r>
              <a:rPr sz="2400" dirty="0">
                <a:solidFill>
                  <a:srgbClr val="404040"/>
                </a:solidFill>
                <a:latin typeface="TUJTQB+Trebuchet MS"/>
                <a:cs typeface="TUJTQB+Trebuchet MS"/>
              </a:rPr>
              <a:t>f</a:t>
            </a:r>
            <a:r>
              <a:rPr sz="2400" dirty="0">
                <a:solidFill>
                  <a:srgbClr val="404040"/>
                </a:solidFill>
                <a:latin typeface="KEBIPQ+Trebuchet MS"/>
                <a:cs typeface="KEBIPQ+Trebuchet MS"/>
              </a:rPr>
              <a:t>ormalizovanú podobu</a:t>
            </a:r>
            <a:r>
              <a:rPr sz="2400" spc="-50" dirty="0">
                <a:solidFill>
                  <a:srgbClr val="404040"/>
                </a:solidFill>
                <a:latin typeface="KEBIPQ+Trebuchet MS"/>
                <a:cs typeface="KEBIPQ+Trebuchet MS"/>
              </a:rPr>
              <a:t> </a:t>
            </a:r>
            <a:r>
              <a:rPr sz="2400" dirty="0">
                <a:solidFill>
                  <a:srgbClr val="404040"/>
                </a:solidFill>
                <a:latin typeface="KEBIPQ+Trebuchet MS"/>
                <a:cs typeface="KEBIPQ+Trebuchet MS"/>
              </a:rPr>
              <a:t>základného</a:t>
            </a:r>
            <a:r>
              <a:rPr sz="2400" spc="-22" dirty="0">
                <a:solidFill>
                  <a:srgbClr val="404040"/>
                </a:solidFill>
                <a:latin typeface="KEBIPQ+Trebuchet MS"/>
                <a:cs typeface="KEBIPQ+Trebuchet MS"/>
              </a:rPr>
              <a:t> </a:t>
            </a:r>
            <a:r>
              <a:rPr sz="2400" dirty="0">
                <a:solidFill>
                  <a:srgbClr val="404040"/>
                </a:solidFill>
                <a:latin typeface="KEBIPQ+Trebuchet MS"/>
                <a:cs typeface="KEBIPQ+Trebuchet MS"/>
              </a:rPr>
              <a:t>problému</a:t>
            </a:r>
            <a:r>
              <a:rPr sz="2400" spc="51" dirty="0">
                <a:solidFill>
                  <a:srgbClr val="404040"/>
                </a:solidFill>
                <a:latin typeface="KEBIPQ+Trebuchet MS"/>
                <a:cs typeface="KEBIPQ+Trebuchet MS"/>
              </a:rPr>
              <a:t> </a:t>
            </a:r>
            <a:r>
              <a:rPr sz="2400" dirty="0">
                <a:solidFill>
                  <a:srgbClr val="404040"/>
                </a:solidFill>
                <a:latin typeface="KEBIPQ+Trebuchet MS"/>
                <a:cs typeface="KEBIPQ+Trebuchet MS"/>
              </a:rPr>
              <a:t>teórie</a:t>
            </a:r>
            <a:r>
              <a:rPr sz="2400" spc="-49" dirty="0">
                <a:solidFill>
                  <a:srgbClr val="404040"/>
                </a:solidFill>
                <a:latin typeface="KEBIPQ+Trebuchet MS"/>
                <a:cs typeface="KEBIPQ+Trebuchet MS"/>
              </a:rPr>
              <a:t> </a:t>
            </a:r>
            <a:r>
              <a:rPr sz="2400" dirty="0">
                <a:solidFill>
                  <a:srgbClr val="404040"/>
                </a:solidFill>
                <a:latin typeface="KEBIPQ+Trebuchet MS"/>
                <a:cs typeface="KEBIPQ+Trebuchet MS"/>
              </a:rPr>
              <a:t>hier</a:t>
            </a:r>
          </a:p>
        </p:txBody>
      </p:sp>
      <p:sp>
        <p:nvSpPr>
          <p:cNvPr id="6" name="object 6"/>
          <p:cNvSpPr txBox="1"/>
          <p:nvPr/>
        </p:nvSpPr>
        <p:spPr>
          <a:xfrm>
            <a:off x="1233220" y="3638357"/>
            <a:ext cx="9689342" cy="1123914"/>
          </a:xfrm>
          <a:prstGeom prst="rect">
            <a:avLst/>
          </a:prstGeom>
        </p:spPr>
        <p:txBody>
          <a:bodyPr vert="horz" wrap="square" lIns="0" tIns="0" rIns="0" bIns="0" rtlCol="0">
            <a:spAutoFit/>
          </a:bodyPr>
          <a:lstStyle/>
          <a:p>
            <a:pPr marL="0" marR="0">
              <a:lnSpc>
                <a:spcPts val="2786"/>
              </a:lnSpc>
              <a:spcBef>
                <a:spcPts val="0"/>
              </a:spcBef>
              <a:spcAft>
                <a:spcPts val="0"/>
              </a:spcAft>
            </a:pPr>
            <a:r>
              <a:rPr sz="1900" dirty="0">
                <a:solidFill>
                  <a:srgbClr val="5FCBEF"/>
                </a:solidFill>
                <a:latin typeface="SDUHJH+Arial"/>
                <a:cs typeface="SDUHJH+Arial"/>
              </a:rPr>
              <a:t>•</a:t>
            </a:r>
            <a:r>
              <a:rPr sz="1900" spc="1571" dirty="0">
                <a:solidFill>
                  <a:srgbClr val="5FCBEF"/>
                </a:solidFill>
                <a:latin typeface="Times New Roman"/>
                <a:cs typeface="Times New Roman"/>
              </a:rPr>
              <a:t> </a:t>
            </a:r>
            <a:r>
              <a:rPr sz="2400" dirty="0">
                <a:solidFill>
                  <a:srgbClr val="404040"/>
                </a:solidFill>
                <a:latin typeface="TUJTQB+Trebuchet MS"/>
                <a:cs typeface="TUJTQB+Trebuchet MS"/>
              </a:rPr>
              <a:t>preukazuje </a:t>
            </a:r>
            <a:r>
              <a:rPr sz="2400" dirty="0">
                <a:solidFill>
                  <a:srgbClr val="404040"/>
                </a:solidFill>
                <a:latin typeface="KEBIPQ+Trebuchet MS"/>
                <a:cs typeface="KEBIPQ+Trebuchet MS"/>
              </a:rPr>
              <a:t>obmedzené</a:t>
            </a:r>
            <a:r>
              <a:rPr sz="2400" spc="-46" dirty="0">
                <a:solidFill>
                  <a:srgbClr val="404040"/>
                </a:solidFill>
                <a:latin typeface="KEBIPQ+Trebuchet MS"/>
                <a:cs typeface="KEBIPQ+Trebuchet MS"/>
              </a:rPr>
              <a:t> </a:t>
            </a:r>
            <a:r>
              <a:rPr sz="2400" dirty="0">
                <a:solidFill>
                  <a:srgbClr val="404040"/>
                </a:solidFill>
                <a:latin typeface="KEBIPQ+Trebuchet MS"/>
                <a:cs typeface="KEBIPQ+Trebuchet MS"/>
              </a:rPr>
              <a:t>kompetencie</a:t>
            </a:r>
            <a:r>
              <a:rPr sz="2400" spc="-71" dirty="0">
                <a:solidFill>
                  <a:srgbClr val="404040"/>
                </a:solidFill>
                <a:latin typeface="KEBIPQ+Trebuchet MS"/>
                <a:cs typeface="KEBIPQ+Trebuchet MS"/>
              </a:rPr>
              <a:t> </a:t>
            </a:r>
            <a:r>
              <a:rPr sz="2400" dirty="0">
                <a:solidFill>
                  <a:srgbClr val="404040"/>
                </a:solidFill>
                <a:latin typeface="KEBIPQ+Trebuchet MS"/>
                <a:cs typeface="KEBIPQ+Trebuchet MS"/>
              </a:rPr>
              <a:t>rozumu v možnosti</a:t>
            </a:r>
            <a:r>
              <a:rPr sz="2400" spc="-20" dirty="0">
                <a:solidFill>
                  <a:srgbClr val="404040"/>
                </a:solidFill>
                <a:latin typeface="KEBIPQ+Trebuchet MS"/>
                <a:cs typeface="KEBIPQ+Trebuchet MS"/>
              </a:rPr>
              <a:t> </a:t>
            </a:r>
            <a:r>
              <a:rPr sz="2400" dirty="0">
                <a:solidFill>
                  <a:srgbClr val="404040"/>
                </a:solidFill>
                <a:latin typeface="KEBIPQ+Trebuchet MS"/>
                <a:cs typeface="KEBIPQ+Trebuchet MS"/>
              </a:rPr>
              <a:t>preukázať</a:t>
            </a:r>
          </a:p>
          <a:p>
            <a:pPr marL="344373" marR="0">
              <a:lnSpc>
                <a:spcPts val="2789"/>
              </a:lnSpc>
              <a:spcBef>
                <a:spcPts val="91"/>
              </a:spcBef>
              <a:spcAft>
                <a:spcPts val="0"/>
              </a:spcAft>
            </a:pPr>
            <a:r>
              <a:rPr sz="2400" dirty="0">
                <a:solidFill>
                  <a:srgbClr val="404040"/>
                </a:solidFill>
                <a:latin typeface="KEBIPQ+Trebuchet MS"/>
                <a:cs typeface="KEBIPQ+Trebuchet MS"/>
              </a:rPr>
              <a:t>existenciu</a:t>
            </a:r>
            <a:r>
              <a:rPr sz="2400" spc="-50" dirty="0">
                <a:solidFill>
                  <a:srgbClr val="404040"/>
                </a:solidFill>
                <a:latin typeface="KEBIPQ+Trebuchet MS"/>
                <a:cs typeface="KEBIPQ+Trebuchet MS"/>
              </a:rPr>
              <a:t> </a:t>
            </a:r>
            <a:r>
              <a:rPr sz="2400" dirty="0">
                <a:solidFill>
                  <a:srgbClr val="404040"/>
                </a:solidFill>
                <a:latin typeface="KEBIPQ+Trebuchet MS"/>
                <a:cs typeface="KEBIPQ+Trebuchet MS"/>
              </a:rPr>
              <a:t>Boha,</a:t>
            </a:r>
            <a:r>
              <a:rPr sz="2400" spc="-28" dirty="0">
                <a:solidFill>
                  <a:srgbClr val="404040"/>
                </a:solidFill>
                <a:latin typeface="KEBIPQ+Trebuchet MS"/>
                <a:cs typeface="KEBIPQ+Trebuchet MS"/>
              </a:rPr>
              <a:t> </a:t>
            </a:r>
            <a:r>
              <a:rPr sz="2400" dirty="0">
                <a:solidFill>
                  <a:srgbClr val="404040"/>
                </a:solidFill>
                <a:latin typeface="KEBIPQ+Trebuchet MS"/>
                <a:cs typeface="KEBIPQ+Trebuchet MS"/>
              </a:rPr>
              <a:t>ale zároveň</a:t>
            </a:r>
            <a:r>
              <a:rPr sz="2400" spc="-23" dirty="0">
                <a:solidFill>
                  <a:srgbClr val="404040"/>
                </a:solidFill>
                <a:latin typeface="KEBIPQ+Trebuchet MS"/>
                <a:cs typeface="KEBIPQ+Trebuchet MS"/>
              </a:rPr>
              <a:t> </a:t>
            </a:r>
            <a:r>
              <a:rPr sz="2400" dirty="0">
                <a:solidFill>
                  <a:srgbClr val="404040"/>
                </a:solidFill>
                <a:latin typeface="KEBIPQ+Trebuchet MS"/>
                <a:cs typeface="KEBIPQ+Trebuchet MS"/>
              </a:rPr>
              <a:t>výborné kompetencie</a:t>
            </a:r>
            <a:r>
              <a:rPr sz="2400" spc="-71" dirty="0">
                <a:solidFill>
                  <a:srgbClr val="404040"/>
                </a:solidFill>
                <a:latin typeface="KEBIPQ+Trebuchet MS"/>
                <a:cs typeface="KEBIPQ+Trebuchet MS"/>
              </a:rPr>
              <a:t> </a:t>
            </a:r>
            <a:r>
              <a:rPr sz="2400" dirty="0">
                <a:solidFill>
                  <a:srgbClr val="404040"/>
                </a:solidFill>
                <a:latin typeface="KEBIPQ+Trebuchet MS"/>
                <a:cs typeface="KEBIPQ+Trebuchet MS"/>
              </a:rPr>
              <a:t>v možnosti</a:t>
            </a:r>
          </a:p>
          <a:p>
            <a:pPr marL="344373" marR="0">
              <a:lnSpc>
                <a:spcPts val="2786"/>
              </a:lnSpc>
              <a:spcBef>
                <a:spcPts val="45"/>
              </a:spcBef>
              <a:spcAft>
                <a:spcPts val="0"/>
              </a:spcAft>
            </a:pPr>
            <a:r>
              <a:rPr sz="2400" dirty="0">
                <a:solidFill>
                  <a:srgbClr val="404040"/>
                </a:solidFill>
                <a:latin typeface="KEBIPQ+Trebuchet MS"/>
                <a:cs typeface="KEBIPQ+Trebuchet MS"/>
              </a:rPr>
              <a:t>korigovať</a:t>
            </a:r>
            <a:r>
              <a:rPr sz="2400" spc="-23" dirty="0">
                <a:solidFill>
                  <a:srgbClr val="404040"/>
                </a:solidFill>
                <a:latin typeface="KEBIPQ+Trebuchet MS"/>
                <a:cs typeface="KEBIPQ+Trebuchet MS"/>
              </a:rPr>
              <a:t> </a:t>
            </a:r>
            <a:r>
              <a:rPr sz="2400" dirty="0">
                <a:solidFill>
                  <a:srgbClr val="404040"/>
                </a:solidFill>
                <a:latin typeface="KEBIPQ+Trebuchet MS"/>
                <a:cs typeface="KEBIPQ+Trebuchet MS"/>
              </a:rPr>
              <a:t>dôsledky</a:t>
            </a:r>
            <a:r>
              <a:rPr sz="2400" spc="12" dirty="0">
                <a:solidFill>
                  <a:srgbClr val="404040"/>
                </a:solidFill>
                <a:latin typeface="KEBIPQ+Trebuchet MS"/>
                <a:cs typeface="KEBIPQ+Trebuchet MS"/>
              </a:rPr>
              <a:t> </a:t>
            </a:r>
            <a:r>
              <a:rPr sz="2400" spc="-46" dirty="0">
                <a:solidFill>
                  <a:srgbClr val="404040"/>
                </a:solidFill>
                <a:latin typeface="KEBIPQ+Trebuchet MS"/>
                <a:cs typeface="KEBIPQ+Trebuchet MS"/>
              </a:rPr>
              <a:t>viery,</a:t>
            </a:r>
            <a:r>
              <a:rPr sz="2400" spc="45" dirty="0">
                <a:solidFill>
                  <a:srgbClr val="404040"/>
                </a:solidFill>
                <a:latin typeface="KEBIPQ+Trebuchet MS"/>
                <a:cs typeface="KEBIPQ+Trebuchet MS"/>
              </a:rPr>
              <a:t> </a:t>
            </a:r>
            <a:r>
              <a:rPr sz="2400" dirty="0">
                <a:solidFill>
                  <a:srgbClr val="404040"/>
                </a:solidFill>
                <a:latin typeface="KEBIPQ+Trebuchet MS"/>
                <a:cs typeface="KEBIPQ+Trebuchet MS"/>
              </a:rPr>
              <a:t>resp. neviery v</a:t>
            </a:r>
            <a:r>
              <a:rPr sz="2400" spc="46" dirty="0">
                <a:solidFill>
                  <a:srgbClr val="404040"/>
                </a:solidFill>
                <a:latin typeface="KEBIPQ+Trebuchet MS"/>
                <a:cs typeface="KEBIPQ+Trebuchet MS"/>
              </a:rPr>
              <a:t> </a:t>
            </a:r>
            <a:r>
              <a:rPr sz="2400" dirty="0">
                <a:solidFill>
                  <a:srgbClr val="404040"/>
                </a:solidFill>
                <a:latin typeface="TUJTQB+Trebuchet MS"/>
                <a:cs typeface="TUJTQB+Trebuchet MS"/>
              </a:rPr>
              <a:t>Boha</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407368" y="4077072"/>
            <a:ext cx="9289032" cy="2167260"/>
          </a:xfrm>
          <a:prstGeom prst="rect">
            <a:avLst/>
          </a:prstGeom>
        </p:spPr>
        <p:txBody>
          <a:bodyPr vert="horz" wrap="square" lIns="0" tIns="0" rIns="0" bIns="0" rtlCol="0">
            <a:spAutoFit/>
          </a:bodyPr>
          <a:lstStyle/>
          <a:p>
            <a:pPr marL="0" marR="0">
              <a:spcBef>
                <a:spcPts val="0"/>
              </a:spcBef>
              <a:spcAft>
                <a:spcPts val="0"/>
              </a:spcAft>
            </a:pPr>
            <a:r>
              <a:rPr sz="2800" spc="-22" dirty="0">
                <a:solidFill>
                  <a:srgbClr val="5FCBEF"/>
                </a:solidFill>
                <a:latin typeface="KEBIPQ+Trebuchet MS"/>
                <a:cs typeface="KEBIPQ+Trebuchet MS"/>
              </a:rPr>
              <a:t>Pascal</a:t>
            </a:r>
            <a:r>
              <a:rPr sz="2800" spc="12" dirty="0">
                <a:solidFill>
                  <a:srgbClr val="5FCBEF"/>
                </a:solidFill>
                <a:latin typeface="KEBIPQ+Trebuchet MS"/>
                <a:cs typeface="KEBIPQ+Trebuchet MS"/>
              </a:rPr>
              <a:t> </a:t>
            </a:r>
            <a:r>
              <a:rPr sz="2800" dirty="0">
                <a:solidFill>
                  <a:srgbClr val="5FCBEF"/>
                </a:solidFill>
                <a:latin typeface="KEBIPQ+Trebuchet MS"/>
                <a:cs typeface="KEBIPQ+Trebuchet MS"/>
              </a:rPr>
              <a:t>vo svojom aforizme</a:t>
            </a:r>
            <a:r>
              <a:rPr sz="2800" spc="11" dirty="0">
                <a:solidFill>
                  <a:srgbClr val="5FCBEF"/>
                </a:solidFill>
                <a:latin typeface="KEBIPQ+Trebuchet MS"/>
                <a:cs typeface="KEBIPQ+Trebuchet MS"/>
              </a:rPr>
              <a:t> </a:t>
            </a:r>
            <a:r>
              <a:rPr sz="2800" dirty="0">
                <a:solidFill>
                  <a:srgbClr val="5FCBEF"/>
                </a:solidFill>
                <a:latin typeface="KEBIPQ+Trebuchet MS"/>
                <a:cs typeface="KEBIPQ+Trebuchet MS"/>
              </a:rPr>
              <a:t>ukázal,</a:t>
            </a:r>
            <a:r>
              <a:rPr sz="2800" spc="11" dirty="0">
                <a:solidFill>
                  <a:srgbClr val="5FCBEF"/>
                </a:solidFill>
                <a:latin typeface="KEBIPQ+Trebuchet MS"/>
                <a:cs typeface="KEBIPQ+Trebuchet MS"/>
              </a:rPr>
              <a:t> </a:t>
            </a:r>
            <a:r>
              <a:rPr sz="2800" spc="-14" dirty="0">
                <a:solidFill>
                  <a:srgbClr val="5FCBEF"/>
                </a:solidFill>
                <a:latin typeface="KEBIPQ+Trebuchet MS"/>
                <a:cs typeface="KEBIPQ+Trebuchet MS"/>
              </a:rPr>
              <a:t>že</a:t>
            </a:r>
            <a:r>
              <a:rPr sz="2800" spc="24" dirty="0">
                <a:solidFill>
                  <a:srgbClr val="5FCBEF"/>
                </a:solidFill>
                <a:latin typeface="KEBIPQ+Trebuchet MS"/>
                <a:cs typeface="KEBIPQ+Trebuchet MS"/>
              </a:rPr>
              <a:t> </a:t>
            </a:r>
            <a:r>
              <a:rPr sz="2800" spc="-10" dirty="0">
                <a:solidFill>
                  <a:srgbClr val="5FCBEF"/>
                </a:solidFill>
                <a:latin typeface="KEBIPQ+Trebuchet MS"/>
                <a:cs typeface="KEBIPQ+Trebuchet MS"/>
              </a:rPr>
              <a:t>keďže</a:t>
            </a:r>
            <a:r>
              <a:rPr sz="2800" spc="44" dirty="0">
                <a:solidFill>
                  <a:srgbClr val="5FCBEF"/>
                </a:solidFill>
                <a:latin typeface="KEBIPQ+Trebuchet MS"/>
                <a:cs typeface="KEBIPQ+Trebuchet MS"/>
              </a:rPr>
              <a:t> </a:t>
            </a:r>
            <a:r>
              <a:rPr sz="2800" dirty="0">
                <a:solidFill>
                  <a:srgbClr val="5FCBEF"/>
                </a:solidFill>
                <a:latin typeface="KEBIPQ+Trebuchet MS"/>
                <a:cs typeface="KEBIPQ+Trebuchet MS"/>
              </a:rPr>
              <a:t>nevieme</a:t>
            </a:r>
            <a:r>
              <a:rPr sz="2800" spc="39" dirty="0">
                <a:solidFill>
                  <a:srgbClr val="5FCBEF"/>
                </a:solidFill>
                <a:latin typeface="KEBIPQ+Trebuchet MS"/>
                <a:cs typeface="KEBIPQ+Trebuchet MS"/>
              </a:rPr>
              <a:t> </a:t>
            </a:r>
            <a:r>
              <a:rPr sz="2800" dirty="0">
                <a:solidFill>
                  <a:srgbClr val="5FCBEF"/>
                </a:solidFill>
                <a:latin typeface="KEBIPQ+Trebuchet MS"/>
                <a:cs typeface="KEBIPQ+Trebuchet MS"/>
              </a:rPr>
              <a:t>o</a:t>
            </a:r>
            <a:r>
              <a:rPr sz="2800" spc="-20" dirty="0">
                <a:solidFill>
                  <a:srgbClr val="5FCBEF"/>
                </a:solidFill>
                <a:latin typeface="KEBIPQ+Trebuchet MS"/>
                <a:cs typeface="KEBIPQ+Trebuchet MS"/>
              </a:rPr>
              <a:t> </a:t>
            </a:r>
            <a:r>
              <a:rPr sz="2800" dirty="0" err="1">
                <a:solidFill>
                  <a:srgbClr val="5FCBEF"/>
                </a:solidFill>
                <a:latin typeface="KEBIPQ+Trebuchet MS"/>
                <a:cs typeface="KEBIPQ+Trebuchet MS"/>
              </a:rPr>
              <a:t>Božej</a:t>
            </a:r>
            <a:r>
              <a:rPr sz="2800" spc="36" dirty="0">
                <a:solidFill>
                  <a:srgbClr val="5FCBEF"/>
                </a:solidFill>
                <a:latin typeface="KEBIPQ+Trebuchet MS"/>
                <a:cs typeface="KEBIPQ+Trebuchet MS"/>
              </a:rPr>
              <a:t> </a:t>
            </a:r>
            <a:r>
              <a:rPr sz="2800" dirty="0" err="1" smtClean="0">
                <a:solidFill>
                  <a:srgbClr val="5FCBEF"/>
                </a:solidFill>
                <a:latin typeface="KEBIPQ+Trebuchet MS"/>
                <a:cs typeface="KEBIPQ+Trebuchet MS"/>
              </a:rPr>
              <a:t>existencii</a:t>
            </a:r>
            <a:r>
              <a:rPr lang="sk-SK" sz="2800" dirty="0" smtClean="0">
                <a:solidFill>
                  <a:srgbClr val="5FCBEF"/>
                </a:solidFill>
                <a:latin typeface="KEBIPQ+Trebuchet MS"/>
                <a:cs typeface="KEBIPQ+Trebuchet MS"/>
              </a:rPr>
              <a:t> </a:t>
            </a:r>
            <a:r>
              <a:rPr sz="2800" dirty="0" err="1" smtClean="0">
                <a:solidFill>
                  <a:srgbClr val="5FCBEF"/>
                </a:solidFill>
                <a:latin typeface="KEBIPQ+Trebuchet MS"/>
                <a:cs typeface="KEBIPQ+Trebuchet MS"/>
              </a:rPr>
              <a:t>rozhodnúť</a:t>
            </a:r>
            <a:r>
              <a:rPr sz="2800" dirty="0">
                <a:solidFill>
                  <a:srgbClr val="5FCBEF"/>
                </a:solidFill>
                <a:latin typeface="KEBIPQ+Trebuchet MS"/>
                <a:cs typeface="KEBIPQ+Trebuchet MS"/>
              </a:rPr>
              <a:t>,</a:t>
            </a:r>
            <a:r>
              <a:rPr sz="2800" spc="55" dirty="0">
                <a:solidFill>
                  <a:srgbClr val="5FCBEF"/>
                </a:solidFill>
                <a:latin typeface="KEBIPQ+Trebuchet MS"/>
                <a:cs typeface="KEBIPQ+Trebuchet MS"/>
              </a:rPr>
              <a:t> </a:t>
            </a:r>
            <a:r>
              <a:rPr sz="2800" spc="-14" dirty="0">
                <a:solidFill>
                  <a:srgbClr val="5FCBEF"/>
                </a:solidFill>
                <a:latin typeface="KEBIPQ+Trebuchet MS"/>
                <a:cs typeface="KEBIPQ+Trebuchet MS"/>
              </a:rPr>
              <a:t>je</a:t>
            </a:r>
            <a:r>
              <a:rPr sz="2800" spc="22" dirty="0">
                <a:solidFill>
                  <a:srgbClr val="5FCBEF"/>
                </a:solidFill>
                <a:latin typeface="KEBIPQ+Trebuchet MS"/>
                <a:cs typeface="KEBIPQ+Trebuchet MS"/>
              </a:rPr>
              <a:t> </a:t>
            </a:r>
            <a:r>
              <a:rPr sz="2800" spc="-10" dirty="0">
                <a:solidFill>
                  <a:srgbClr val="5FCBEF"/>
                </a:solidFill>
                <a:latin typeface="KEBIPQ+Trebuchet MS"/>
                <a:cs typeface="KEBIPQ+Trebuchet MS"/>
              </a:rPr>
              <a:t>pre</a:t>
            </a:r>
            <a:r>
              <a:rPr sz="2800" spc="17" dirty="0">
                <a:solidFill>
                  <a:srgbClr val="5FCBEF"/>
                </a:solidFill>
                <a:latin typeface="KEBIPQ+Trebuchet MS"/>
                <a:cs typeface="KEBIPQ+Trebuchet MS"/>
              </a:rPr>
              <a:t> </a:t>
            </a:r>
            <a:r>
              <a:rPr sz="2800" dirty="0">
                <a:solidFill>
                  <a:srgbClr val="5FCBEF"/>
                </a:solidFill>
                <a:latin typeface="KEBIPQ+Trebuchet MS"/>
                <a:cs typeface="KEBIPQ+Trebuchet MS"/>
              </a:rPr>
              <a:t>nás výhodnejšie,</a:t>
            </a:r>
            <a:r>
              <a:rPr sz="2800" spc="28" dirty="0">
                <a:solidFill>
                  <a:srgbClr val="5FCBEF"/>
                </a:solidFill>
                <a:latin typeface="KEBIPQ+Trebuchet MS"/>
                <a:cs typeface="KEBIPQ+Trebuchet MS"/>
              </a:rPr>
              <a:t> </a:t>
            </a:r>
            <a:r>
              <a:rPr sz="2800" dirty="0">
                <a:solidFill>
                  <a:srgbClr val="5FCBEF"/>
                </a:solidFill>
                <a:latin typeface="KEBIPQ+Trebuchet MS"/>
                <a:cs typeface="KEBIPQ+Trebuchet MS"/>
              </a:rPr>
              <a:t>ak</a:t>
            </a:r>
            <a:r>
              <a:rPr sz="2800" spc="-11" dirty="0">
                <a:solidFill>
                  <a:srgbClr val="5FCBEF"/>
                </a:solidFill>
                <a:latin typeface="KEBIPQ+Trebuchet MS"/>
                <a:cs typeface="KEBIPQ+Trebuchet MS"/>
              </a:rPr>
              <a:t> </a:t>
            </a:r>
            <a:r>
              <a:rPr sz="2800" dirty="0">
                <a:solidFill>
                  <a:srgbClr val="5FCBEF"/>
                </a:solidFill>
                <a:latin typeface="KEBIPQ+Trebuchet MS"/>
                <a:cs typeface="KEBIPQ+Trebuchet MS"/>
              </a:rPr>
              <a:t>v </a:t>
            </a:r>
            <a:r>
              <a:rPr sz="2800" spc="-12" dirty="0">
                <a:solidFill>
                  <a:srgbClr val="5FCBEF"/>
                </a:solidFill>
                <a:latin typeface="KEBIPQ+Trebuchet MS"/>
                <a:cs typeface="KEBIPQ+Trebuchet MS"/>
              </a:rPr>
              <a:t>neho</a:t>
            </a:r>
            <a:r>
              <a:rPr sz="2800" spc="14" dirty="0">
                <a:solidFill>
                  <a:srgbClr val="5FCBEF"/>
                </a:solidFill>
                <a:latin typeface="KEBIPQ+Trebuchet MS"/>
                <a:cs typeface="KEBIPQ+Trebuchet MS"/>
              </a:rPr>
              <a:t> </a:t>
            </a:r>
            <a:r>
              <a:rPr sz="2800" dirty="0">
                <a:solidFill>
                  <a:srgbClr val="5FCBEF"/>
                </a:solidFill>
                <a:latin typeface="KEBIPQ+Trebuchet MS"/>
                <a:cs typeface="KEBIPQ+Trebuchet MS"/>
              </a:rPr>
              <a:t>veríme,</a:t>
            </a:r>
            <a:r>
              <a:rPr sz="2800" spc="30" dirty="0">
                <a:solidFill>
                  <a:srgbClr val="5FCBEF"/>
                </a:solidFill>
                <a:latin typeface="KEBIPQ+Trebuchet MS"/>
                <a:cs typeface="KEBIPQ+Trebuchet MS"/>
              </a:rPr>
              <a:t> </a:t>
            </a:r>
            <a:r>
              <a:rPr sz="2800" dirty="0" err="1">
                <a:solidFill>
                  <a:srgbClr val="5FCBEF"/>
                </a:solidFill>
                <a:latin typeface="KEBIPQ+Trebuchet MS"/>
                <a:cs typeface="KEBIPQ+Trebuchet MS"/>
              </a:rPr>
              <a:t>pretože</a:t>
            </a:r>
            <a:r>
              <a:rPr sz="2800" spc="14" dirty="0">
                <a:solidFill>
                  <a:srgbClr val="5FCBEF"/>
                </a:solidFill>
                <a:latin typeface="KEBIPQ+Trebuchet MS"/>
                <a:cs typeface="KEBIPQ+Trebuchet MS"/>
              </a:rPr>
              <a:t> </a:t>
            </a:r>
            <a:r>
              <a:rPr sz="2800" dirty="0" err="1" smtClean="0">
                <a:solidFill>
                  <a:srgbClr val="5FCBEF"/>
                </a:solidFill>
                <a:latin typeface="KEBIPQ+Trebuchet MS"/>
                <a:cs typeface="KEBIPQ+Trebuchet MS"/>
              </a:rPr>
              <a:t>možné</a:t>
            </a:r>
            <a:r>
              <a:rPr lang="sk-SK" sz="2800" dirty="0" smtClean="0">
                <a:solidFill>
                  <a:srgbClr val="5FCBEF"/>
                </a:solidFill>
                <a:latin typeface="KEBIPQ+Trebuchet MS"/>
                <a:cs typeface="KEBIPQ+Trebuchet MS"/>
              </a:rPr>
              <a:t> </a:t>
            </a:r>
            <a:r>
              <a:rPr sz="2800" dirty="0" err="1" smtClean="0">
                <a:solidFill>
                  <a:srgbClr val="5FCBEF"/>
                </a:solidFill>
                <a:latin typeface="KEBIPQ+Trebuchet MS"/>
                <a:cs typeface="KEBIPQ+Trebuchet MS"/>
              </a:rPr>
              <a:t>konzekvencie</a:t>
            </a:r>
            <a:r>
              <a:rPr sz="2800" spc="43" dirty="0" smtClean="0">
                <a:solidFill>
                  <a:srgbClr val="5FCBEF"/>
                </a:solidFill>
                <a:latin typeface="KEBIPQ+Trebuchet MS"/>
                <a:cs typeface="KEBIPQ+Trebuchet MS"/>
              </a:rPr>
              <a:t> </a:t>
            </a:r>
            <a:r>
              <a:rPr sz="2800" dirty="0">
                <a:solidFill>
                  <a:srgbClr val="5FCBEF"/>
                </a:solidFill>
                <a:latin typeface="KEBIPQ+Trebuchet MS"/>
                <a:cs typeface="KEBIPQ+Trebuchet MS"/>
              </a:rPr>
              <a:t>takéhoto postoja sa kryjú</a:t>
            </a:r>
            <a:r>
              <a:rPr sz="2800" spc="14" dirty="0">
                <a:solidFill>
                  <a:srgbClr val="5FCBEF"/>
                </a:solidFill>
                <a:latin typeface="KEBIPQ+Trebuchet MS"/>
                <a:cs typeface="KEBIPQ+Trebuchet MS"/>
              </a:rPr>
              <a:t> </a:t>
            </a:r>
            <a:r>
              <a:rPr sz="2800" dirty="0">
                <a:solidFill>
                  <a:srgbClr val="5FCBEF"/>
                </a:solidFill>
                <a:latin typeface="KEBIPQ+Trebuchet MS"/>
                <a:cs typeface="KEBIPQ+Trebuchet MS"/>
              </a:rPr>
              <a:t>s našimi intenciami</a:t>
            </a:r>
            <a:r>
              <a:rPr sz="2800" spc="28" dirty="0">
                <a:solidFill>
                  <a:srgbClr val="5FCBEF"/>
                </a:solidFill>
                <a:latin typeface="KEBIPQ+Trebuchet MS"/>
                <a:cs typeface="KEBIPQ+Trebuchet MS"/>
              </a:rPr>
              <a:t> </a:t>
            </a:r>
            <a:r>
              <a:rPr sz="2800" dirty="0">
                <a:solidFill>
                  <a:srgbClr val="5FCBEF"/>
                </a:solidFill>
                <a:latin typeface="KEBIPQ+Trebuchet MS"/>
                <a:cs typeface="KEBIPQ+Trebuchet MS"/>
              </a:rPr>
              <a:t>viac</a:t>
            </a:r>
            <a:r>
              <a:rPr sz="2800" spc="-36" dirty="0">
                <a:solidFill>
                  <a:srgbClr val="5FCBEF"/>
                </a:solidFill>
                <a:latin typeface="KEBIPQ+Trebuchet MS"/>
                <a:cs typeface="KEBIPQ+Trebuchet MS"/>
              </a:rPr>
              <a:t> </a:t>
            </a:r>
            <a:r>
              <a:rPr sz="2800" dirty="0">
                <a:solidFill>
                  <a:srgbClr val="5FCBEF"/>
                </a:solidFill>
                <a:latin typeface="KEBIPQ+Trebuchet MS"/>
                <a:cs typeface="KEBIPQ+Trebuchet MS"/>
              </a:rPr>
              <a:t>ako</a:t>
            </a:r>
          </a:p>
          <a:p>
            <a:pPr marL="0" marR="0">
              <a:spcBef>
                <a:spcPts val="88"/>
              </a:spcBef>
              <a:spcAft>
                <a:spcPts val="0"/>
              </a:spcAft>
            </a:pPr>
            <a:r>
              <a:rPr sz="2800" dirty="0">
                <a:solidFill>
                  <a:srgbClr val="5FCBEF"/>
                </a:solidFill>
                <a:latin typeface="KEBIPQ+Trebuchet MS"/>
                <a:cs typeface="KEBIPQ+Trebuchet MS"/>
              </a:rPr>
              <a:t>konzekvencie</a:t>
            </a:r>
            <a:r>
              <a:rPr sz="2800" spc="37" dirty="0">
                <a:solidFill>
                  <a:srgbClr val="5FCBEF"/>
                </a:solidFill>
                <a:latin typeface="KEBIPQ+Trebuchet MS"/>
                <a:cs typeface="KEBIPQ+Trebuchet MS"/>
              </a:rPr>
              <a:t> </a:t>
            </a:r>
            <a:r>
              <a:rPr sz="2800" dirty="0">
                <a:solidFill>
                  <a:srgbClr val="5FCBEF"/>
                </a:solidFill>
                <a:latin typeface="KEBIPQ+Trebuchet MS"/>
                <a:cs typeface="KEBIPQ+Trebuchet MS"/>
              </a:rPr>
              <a:t>opačného</a:t>
            </a:r>
            <a:r>
              <a:rPr sz="2800" spc="30" dirty="0">
                <a:solidFill>
                  <a:srgbClr val="5FCBEF"/>
                </a:solidFill>
                <a:latin typeface="KEBIPQ+Trebuchet MS"/>
                <a:cs typeface="KEBIPQ+Trebuchet MS"/>
              </a:rPr>
              <a:t> </a:t>
            </a:r>
            <a:r>
              <a:rPr sz="2800" dirty="0">
                <a:solidFill>
                  <a:srgbClr val="5FCBEF"/>
                </a:solidFill>
                <a:latin typeface="KEBIPQ+Trebuchet MS"/>
                <a:cs typeface="KEBIPQ+Trebuchet MS"/>
              </a:rPr>
              <a:t>postoja.</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537375"/>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009900" y="674473"/>
            <a:ext cx="4254193" cy="686115"/>
          </a:xfrm>
          <a:prstGeom prst="rect">
            <a:avLst/>
          </a:prstGeom>
        </p:spPr>
        <p:txBody>
          <a:bodyPr vert="horz" wrap="square" lIns="0" tIns="0" rIns="0" bIns="0" rtlCol="0">
            <a:spAutoFit/>
          </a:bodyPr>
          <a:lstStyle/>
          <a:p>
            <a:pPr marL="0" marR="0">
              <a:lnSpc>
                <a:spcPts val="5102"/>
              </a:lnSpc>
              <a:spcBef>
                <a:spcPts val="0"/>
              </a:spcBef>
              <a:spcAft>
                <a:spcPts val="0"/>
              </a:spcAft>
            </a:pPr>
            <a:r>
              <a:rPr sz="4400" b="1" dirty="0">
                <a:solidFill>
                  <a:srgbClr val="5FCBEF"/>
                </a:solidFill>
                <a:latin typeface="JNBHTM+Trebuchet MS Bold"/>
                <a:cs typeface="JNBHTM+Trebuchet MS Bold"/>
              </a:rPr>
              <a:t>Väzňova</a:t>
            </a:r>
            <a:r>
              <a:rPr sz="4400" b="1" spc="23" dirty="0">
                <a:solidFill>
                  <a:srgbClr val="5FCBEF"/>
                </a:solidFill>
                <a:latin typeface="JNBHTM+Trebuchet MS Bold"/>
                <a:cs typeface="JNBHTM+Trebuchet MS Bold"/>
              </a:rPr>
              <a:t> </a:t>
            </a:r>
            <a:r>
              <a:rPr sz="4400" b="1" dirty="0">
                <a:solidFill>
                  <a:srgbClr val="5FCBEF"/>
                </a:solidFill>
                <a:latin typeface="JNBHTM+Trebuchet MS Bold"/>
                <a:cs typeface="JNBHTM+Trebuchet MS Bold"/>
              </a:rPr>
              <a:t>dilema</a:t>
            </a:r>
          </a:p>
        </p:txBody>
      </p:sp>
      <p:sp>
        <p:nvSpPr>
          <p:cNvPr id="4" name="object 4"/>
          <p:cNvSpPr txBox="1"/>
          <p:nvPr/>
        </p:nvSpPr>
        <p:spPr>
          <a:xfrm>
            <a:off x="5182870" y="1560780"/>
            <a:ext cx="3791264" cy="269304"/>
          </a:xfrm>
          <a:prstGeom prst="rect">
            <a:avLst/>
          </a:prstGeom>
        </p:spPr>
        <p:txBody>
          <a:bodyPr vert="horz" wrap="square" lIns="0" tIns="0" rIns="0" bIns="0" rtlCol="0">
            <a:spAutoFit/>
          </a:bodyPr>
          <a:lstStyle/>
          <a:p>
            <a:pPr marL="0" marR="0">
              <a:lnSpc>
                <a:spcPts val="2092"/>
              </a:lnSpc>
              <a:spcBef>
                <a:spcPts val="0"/>
              </a:spcBef>
              <a:spcAft>
                <a:spcPts val="0"/>
              </a:spcAft>
            </a:pPr>
            <a:r>
              <a:rPr sz="1450" dirty="0" smtClean="0">
                <a:solidFill>
                  <a:srgbClr val="5FCBEF"/>
                </a:solidFill>
                <a:latin typeface="SDUHJH+Arial"/>
                <a:cs typeface="SDUHJH+Arial"/>
              </a:rPr>
              <a:t>•</a:t>
            </a:r>
            <a:r>
              <a:rPr sz="1450" spc="1842" dirty="0" smtClean="0">
                <a:solidFill>
                  <a:srgbClr val="5FCBEF"/>
                </a:solidFill>
                <a:latin typeface="Times New Roman"/>
                <a:cs typeface="Times New Roman"/>
              </a:rPr>
              <a:t> </a:t>
            </a:r>
            <a:r>
              <a:rPr lang="sk-SK" dirty="0" err="1">
                <a:solidFill>
                  <a:srgbClr val="0D0D0D"/>
                </a:solidFill>
                <a:latin typeface="KEBIPQ+Trebuchet MS"/>
                <a:cs typeface="Times New Roman"/>
              </a:rPr>
              <a:t>o</a:t>
            </a:r>
            <a:r>
              <a:rPr sz="1800" dirty="0" err="1" smtClean="0">
                <a:solidFill>
                  <a:srgbClr val="0D0D0D"/>
                </a:solidFill>
                <a:latin typeface="KEBIPQ+Trebuchet MS"/>
                <a:cs typeface="KEBIPQ+Trebuchet MS"/>
              </a:rPr>
              <a:t>baja</a:t>
            </a:r>
            <a:r>
              <a:rPr sz="1800" spc="-28" dirty="0" smtClean="0">
                <a:solidFill>
                  <a:srgbClr val="0D0D0D"/>
                </a:solidFill>
                <a:latin typeface="KEBIPQ+Trebuchet MS"/>
                <a:cs typeface="KEBIPQ+Trebuchet MS"/>
              </a:rPr>
              <a:t> </a:t>
            </a:r>
            <a:r>
              <a:rPr sz="1800" dirty="0">
                <a:solidFill>
                  <a:srgbClr val="0D0D0D"/>
                </a:solidFill>
                <a:latin typeface="KEBIPQ+Trebuchet MS"/>
                <a:cs typeface="KEBIPQ+Trebuchet MS"/>
              </a:rPr>
              <a:t>väzni majú</a:t>
            </a:r>
            <a:r>
              <a:rPr sz="1800" spc="10" dirty="0">
                <a:solidFill>
                  <a:srgbClr val="0D0D0D"/>
                </a:solidFill>
                <a:latin typeface="KEBIPQ+Trebuchet MS"/>
                <a:cs typeface="KEBIPQ+Trebuchet MS"/>
              </a:rPr>
              <a:t> </a:t>
            </a:r>
            <a:r>
              <a:rPr sz="1800" dirty="0">
                <a:solidFill>
                  <a:srgbClr val="0D0D0D"/>
                </a:solidFill>
                <a:latin typeface="KEBIPQ+Trebuchet MS"/>
                <a:cs typeface="KEBIPQ+Trebuchet MS"/>
              </a:rPr>
              <a:t>dve možnosti:</a:t>
            </a:r>
          </a:p>
        </p:txBody>
      </p:sp>
      <p:sp>
        <p:nvSpPr>
          <p:cNvPr id="5" name="object 5"/>
          <p:cNvSpPr txBox="1"/>
          <p:nvPr/>
        </p:nvSpPr>
        <p:spPr>
          <a:xfrm>
            <a:off x="5182870" y="1960735"/>
            <a:ext cx="3313900" cy="303534"/>
          </a:xfrm>
          <a:prstGeom prst="rect">
            <a:avLst/>
          </a:prstGeom>
        </p:spPr>
        <p:txBody>
          <a:bodyPr vert="horz" wrap="square" lIns="0" tIns="0" rIns="0" bIns="0" rtlCol="0">
            <a:spAutoFit/>
          </a:bodyPr>
          <a:lstStyle/>
          <a:p>
            <a:pPr marL="0" marR="0">
              <a:lnSpc>
                <a:spcPts val="2090"/>
              </a:lnSpc>
              <a:spcBef>
                <a:spcPts val="0"/>
              </a:spcBef>
              <a:spcAft>
                <a:spcPts val="0"/>
              </a:spcAft>
            </a:pPr>
            <a:r>
              <a:rPr sz="1450" dirty="0">
                <a:solidFill>
                  <a:srgbClr val="5FCBEF"/>
                </a:solidFill>
                <a:latin typeface="TUJTQB+Trebuchet MS"/>
                <a:cs typeface="TUJTQB+Trebuchet MS"/>
              </a:rPr>
              <a:t>a)</a:t>
            </a:r>
            <a:r>
              <a:rPr sz="1450" spc="1857" dirty="0">
                <a:solidFill>
                  <a:srgbClr val="5FCBEF"/>
                </a:solidFill>
                <a:latin typeface="TUJTQB+Trebuchet MS"/>
                <a:cs typeface="TUJTQB+Trebuchet MS"/>
              </a:rPr>
              <a:t> </a:t>
            </a:r>
            <a:r>
              <a:rPr sz="1800" dirty="0">
                <a:solidFill>
                  <a:srgbClr val="0D0D0D"/>
                </a:solidFill>
                <a:latin typeface="TUJTQB+Trebuchet MS"/>
                <a:cs typeface="TUJTQB+Trebuchet MS"/>
              </a:rPr>
              <a:t>k</a:t>
            </a:r>
            <a:r>
              <a:rPr sz="1800" dirty="0">
                <a:solidFill>
                  <a:srgbClr val="0D0D0D"/>
                </a:solidFill>
                <a:latin typeface="KEBIPQ+Trebuchet MS"/>
                <a:cs typeface="KEBIPQ+Trebuchet MS"/>
              </a:rPr>
              <a:t>ooperovať</a:t>
            </a:r>
            <a:r>
              <a:rPr sz="1800" spc="14" dirty="0">
                <a:solidFill>
                  <a:srgbClr val="0D0D0D"/>
                </a:solidFill>
                <a:latin typeface="KEBIPQ+Trebuchet MS"/>
                <a:cs typeface="KEBIPQ+Trebuchet MS"/>
              </a:rPr>
              <a:t> </a:t>
            </a:r>
            <a:r>
              <a:rPr sz="1800" dirty="0">
                <a:solidFill>
                  <a:srgbClr val="0D0D0D"/>
                </a:solidFill>
                <a:latin typeface="KEBIPQ+Trebuchet MS"/>
                <a:cs typeface="KEBIPQ+Trebuchet MS"/>
              </a:rPr>
              <a:t>a nepriznať sa</a:t>
            </a:r>
          </a:p>
        </p:txBody>
      </p:sp>
      <p:sp>
        <p:nvSpPr>
          <p:cNvPr id="6" name="object 6"/>
          <p:cNvSpPr txBox="1"/>
          <p:nvPr/>
        </p:nvSpPr>
        <p:spPr>
          <a:xfrm>
            <a:off x="5182870" y="2362785"/>
            <a:ext cx="4096767" cy="303888"/>
          </a:xfrm>
          <a:prstGeom prst="rect">
            <a:avLst/>
          </a:prstGeom>
        </p:spPr>
        <p:txBody>
          <a:bodyPr vert="horz" wrap="square" lIns="0" tIns="0" rIns="0" bIns="0" rtlCol="0">
            <a:spAutoFit/>
          </a:bodyPr>
          <a:lstStyle/>
          <a:p>
            <a:pPr marL="0" marR="0">
              <a:lnSpc>
                <a:spcPts val="2092"/>
              </a:lnSpc>
              <a:spcBef>
                <a:spcPts val="0"/>
              </a:spcBef>
              <a:spcAft>
                <a:spcPts val="0"/>
              </a:spcAft>
            </a:pPr>
            <a:r>
              <a:rPr sz="1450" spc="-16" dirty="0">
                <a:solidFill>
                  <a:srgbClr val="5FCBEF"/>
                </a:solidFill>
                <a:latin typeface="TUJTQB+Trebuchet MS"/>
                <a:cs typeface="TUJTQB+Trebuchet MS"/>
              </a:rPr>
              <a:t>b)</a:t>
            </a:r>
            <a:r>
              <a:rPr sz="1450" spc="1854" dirty="0">
                <a:solidFill>
                  <a:srgbClr val="5FCBEF"/>
                </a:solidFill>
                <a:latin typeface="TUJTQB+Trebuchet MS"/>
                <a:cs typeface="TUJTQB+Trebuchet MS"/>
              </a:rPr>
              <a:t> </a:t>
            </a:r>
            <a:r>
              <a:rPr sz="1800" dirty="0">
                <a:solidFill>
                  <a:srgbClr val="0D0D0D"/>
                </a:solidFill>
                <a:latin typeface="TUJTQB+Trebuchet MS"/>
                <a:cs typeface="TUJTQB+Trebuchet MS"/>
              </a:rPr>
              <a:t>s</a:t>
            </a:r>
            <a:r>
              <a:rPr sz="1800" dirty="0">
                <a:solidFill>
                  <a:srgbClr val="0D0D0D"/>
                </a:solidFill>
                <a:latin typeface="KEBIPQ+Trebuchet MS"/>
                <a:cs typeface="KEBIPQ+Trebuchet MS"/>
              </a:rPr>
              <a:t>polupáchateľa</a:t>
            </a:r>
            <a:r>
              <a:rPr sz="1800" spc="26" dirty="0">
                <a:solidFill>
                  <a:srgbClr val="0D0D0D"/>
                </a:solidFill>
                <a:latin typeface="KEBIPQ+Trebuchet MS"/>
                <a:cs typeface="KEBIPQ+Trebuchet MS"/>
              </a:rPr>
              <a:t> </a:t>
            </a:r>
            <a:r>
              <a:rPr sz="1800" dirty="0">
                <a:solidFill>
                  <a:srgbClr val="0D0D0D"/>
                </a:solidFill>
                <a:latin typeface="KEBIPQ+Trebuchet MS"/>
                <a:cs typeface="KEBIPQ+Trebuchet MS"/>
              </a:rPr>
              <a:t>podraziť</a:t>
            </a:r>
            <a:r>
              <a:rPr sz="1800" spc="-17" dirty="0">
                <a:solidFill>
                  <a:srgbClr val="0D0D0D"/>
                </a:solidFill>
                <a:latin typeface="KEBIPQ+Trebuchet MS"/>
                <a:cs typeface="KEBIPQ+Trebuchet MS"/>
              </a:rPr>
              <a:t> </a:t>
            </a:r>
            <a:r>
              <a:rPr sz="1800" dirty="0">
                <a:solidFill>
                  <a:srgbClr val="0D0D0D"/>
                </a:solidFill>
                <a:latin typeface="KEBIPQ+Trebuchet MS"/>
                <a:cs typeface="KEBIPQ+Trebuchet MS"/>
              </a:rPr>
              <a:t>a priznať</a:t>
            </a:r>
          </a:p>
        </p:txBody>
      </p:sp>
      <p:sp>
        <p:nvSpPr>
          <p:cNvPr id="7" name="object 7"/>
          <p:cNvSpPr txBox="1"/>
          <p:nvPr/>
        </p:nvSpPr>
        <p:spPr>
          <a:xfrm>
            <a:off x="5640070" y="2637645"/>
            <a:ext cx="365038" cy="303534"/>
          </a:xfrm>
          <a:prstGeom prst="rect">
            <a:avLst/>
          </a:prstGeom>
        </p:spPr>
        <p:txBody>
          <a:bodyPr vert="horz" wrap="square" lIns="0" tIns="0" rIns="0" bIns="0" rtlCol="0">
            <a:spAutoFit/>
          </a:bodyPr>
          <a:lstStyle/>
          <a:p>
            <a:pPr marL="0" marR="0">
              <a:lnSpc>
                <a:spcPts val="2090"/>
              </a:lnSpc>
              <a:spcBef>
                <a:spcPts val="0"/>
              </a:spcBef>
              <a:spcAft>
                <a:spcPts val="0"/>
              </a:spcAft>
            </a:pPr>
            <a:r>
              <a:rPr sz="1800" dirty="0">
                <a:solidFill>
                  <a:srgbClr val="0D0D0D"/>
                </a:solidFill>
                <a:latin typeface="TUJTQB+Trebuchet MS"/>
                <a:cs typeface="TUJTQB+Trebuchet MS"/>
              </a:rPr>
              <a:t>sa</a:t>
            </a:r>
          </a:p>
        </p:txBody>
      </p:sp>
      <p:sp>
        <p:nvSpPr>
          <p:cNvPr id="8" name="object 8"/>
          <p:cNvSpPr txBox="1"/>
          <p:nvPr/>
        </p:nvSpPr>
        <p:spPr>
          <a:xfrm>
            <a:off x="5182870" y="3439650"/>
            <a:ext cx="4094697" cy="852429"/>
          </a:xfrm>
          <a:prstGeom prst="rect">
            <a:avLst/>
          </a:prstGeom>
        </p:spPr>
        <p:txBody>
          <a:bodyPr vert="horz" wrap="square" lIns="0" tIns="0" rIns="0" bIns="0" rtlCol="0">
            <a:spAutoFit/>
          </a:bodyPr>
          <a:lstStyle/>
          <a:p>
            <a:pPr marL="0" marR="0">
              <a:lnSpc>
                <a:spcPts val="2090"/>
              </a:lnSpc>
              <a:spcBef>
                <a:spcPts val="0"/>
              </a:spcBef>
              <a:spcAft>
                <a:spcPts val="0"/>
              </a:spcAft>
            </a:pPr>
            <a:r>
              <a:rPr sz="1450" dirty="0">
                <a:solidFill>
                  <a:srgbClr val="5FCBEF"/>
                </a:solidFill>
                <a:latin typeface="SDUHJH+Arial"/>
                <a:cs typeface="SDUHJH+Arial"/>
              </a:rPr>
              <a:t>•</a:t>
            </a:r>
            <a:r>
              <a:rPr sz="1450" spc="1842" dirty="0">
                <a:solidFill>
                  <a:srgbClr val="5FCBEF"/>
                </a:solidFill>
                <a:latin typeface="Times New Roman"/>
                <a:cs typeface="Times New Roman"/>
              </a:rPr>
              <a:t> </a:t>
            </a:r>
            <a:r>
              <a:rPr sz="1800" dirty="0">
                <a:solidFill>
                  <a:srgbClr val="0D0D0D"/>
                </a:solidFill>
                <a:latin typeface="KEBIPQ+Trebuchet MS"/>
                <a:cs typeface="KEBIPQ+Trebuchet MS"/>
              </a:rPr>
              <a:t>každý</a:t>
            </a:r>
            <a:r>
              <a:rPr sz="1800" spc="-15" dirty="0">
                <a:solidFill>
                  <a:srgbClr val="0D0D0D"/>
                </a:solidFill>
                <a:latin typeface="KEBIPQ+Trebuchet MS"/>
                <a:cs typeface="KEBIPQ+Trebuchet MS"/>
              </a:rPr>
              <a:t> </a:t>
            </a:r>
            <a:r>
              <a:rPr sz="1800" dirty="0">
                <a:solidFill>
                  <a:srgbClr val="0D0D0D"/>
                </a:solidFill>
                <a:latin typeface="KEBIPQ+Trebuchet MS"/>
                <a:cs typeface="KEBIPQ+Trebuchet MS"/>
              </a:rPr>
              <a:t>z racionálnych</a:t>
            </a:r>
            <a:r>
              <a:rPr sz="1800" spc="36" dirty="0">
                <a:solidFill>
                  <a:srgbClr val="0D0D0D"/>
                </a:solidFill>
                <a:latin typeface="KEBIPQ+Trebuchet MS"/>
                <a:cs typeface="KEBIPQ+Trebuchet MS"/>
              </a:rPr>
              <a:t> </a:t>
            </a:r>
            <a:r>
              <a:rPr sz="1800" dirty="0">
                <a:solidFill>
                  <a:srgbClr val="0D0D0D"/>
                </a:solidFill>
                <a:latin typeface="KEBIPQ+Trebuchet MS"/>
                <a:cs typeface="KEBIPQ+Trebuchet MS"/>
              </a:rPr>
              <a:t>hráčov</a:t>
            </a:r>
            <a:r>
              <a:rPr sz="1800" spc="39" dirty="0">
                <a:solidFill>
                  <a:srgbClr val="0D0D0D"/>
                </a:solidFill>
                <a:latin typeface="KEBIPQ+Trebuchet MS"/>
                <a:cs typeface="KEBIPQ+Trebuchet MS"/>
              </a:rPr>
              <a:t> </a:t>
            </a:r>
            <a:r>
              <a:rPr sz="1800" dirty="0">
                <a:solidFill>
                  <a:srgbClr val="0D0D0D"/>
                </a:solidFill>
                <a:latin typeface="KEBIPQ+Trebuchet MS"/>
                <a:cs typeface="KEBIPQ+Trebuchet MS"/>
              </a:rPr>
              <a:t>volí</a:t>
            </a:r>
            <a:r>
              <a:rPr sz="1800" spc="-23" dirty="0">
                <a:solidFill>
                  <a:srgbClr val="0D0D0D"/>
                </a:solidFill>
                <a:latin typeface="KEBIPQ+Trebuchet MS"/>
                <a:cs typeface="KEBIPQ+Trebuchet MS"/>
              </a:rPr>
              <a:t> </a:t>
            </a:r>
            <a:r>
              <a:rPr sz="1800" dirty="0">
                <a:solidFill>
                  <a:srgbClr val="0D0D0D"/>
                </a:solidFill>
                <a:latin typeface="KEBIPQ+Trebuchet MS"/>
                <a:cs typeface="KEBIPQ+Trebuchet MS"/>
              </a:rPr>
              <a:t>tú</a:t>
            </a:r>
          </a:p>
          <a:p>
            <a:pPr marL="344423" marR="0">
              <a:lnSpc>
                <a:spcPts val="2092"/>
              </a:lnSpc>
              <a:spcBef>
                <a:spcPts val="67"/>
              </a:spcBef>
              <a:spcAft>
                <a:spcPts val="0"/>
              </a:spcAft>
            </a:pPr>
            <a:r>
              <a:rPr sz="1800" dirty="0">
                <a:solidFill>
                  <a:srgbClr val="0D0D0D"/>
                </a:solidFill>
                <a:latin typeface="KEBIPQ+Trebuchet MS"/>
                <a:cs typeface="KEBIPQ+Trebuchet MS"/>
              </a:rPr>
              <a:t>stratégiu, ktorá ho pri akýchkoľvek</a:t>
            </a:r>
          </a:p>
          <a:p>
            <a:pPr marL="344423" marR="0">
              <a:lnSpc>
                <a:spcPts val="2090"/>
              </a:lnSpc>
              <a:spcBef>
                <a:spcPts val="21"/>
              </a:spcBef>
              <a:spcAft>
                <a:spcPts val="0"/>
              </a:spcAft>
            </a:pPr>
            <a:r>
              <a:rPr sz="1800" dirty="0">
                <a:solidFill>
                  <a:srgbClr val="0D0D0D"/>
                </a:solidFill>
                <a:latin typeface="KEBIPQ+Trebuchet MS"/>
                <a:cs typeface="KEBIPQ+Trebuchet MS"/>
              </a:rPr>
              <a:t>voľbách súpera privedie</a:t>
            </a:r>
            <a:r>
              <a:rPr sz="1800" spc="11" dirty="0">
                <a:solidFill>
                  <a:srgbClr val="0D0D0D"/>
                </a:solidFill>
                <a:latin typeface="KEBIPQ+Trebuchet MS"/>
                <a:cs typeface="KEBIPQ+Trebuchet MS"/>
              </a:rPr>
              <a:t> </a:t>
            </a:r>
            <a:r>
              <a:rPr sz="1800" dirty="0">
                <a:solidFill>
                  <a:srgbClr val="0D0D0D"/>
                </a:solidFill>
                <a:latin typeface="KEBIPQ+Trebuchet MS"/>
                <a:cs typeface="KEBIPQ+Trebuchet MS"/>
              </a:rPr>
              <a:t>k</a:t>
            </a:r>
          </a:p>
        </p:txBody>
      </p:sp>
      <p:sp>
        <p:nvSpPr>
          <p:cNvPr id="9" name="object 9"/>
          <p:cNvSpPr txBox="1"/>
          <p:nvPr/>
        </p:nvSpPr>
        <p:spPr>
          <a:xfrm>
            <a:off x="5527294" y="4262864"/>
            <a:ext cx="2429344" cy="578108"/>
          </a:xfrm>
          <a:prstGeom prst="rect">
            <a:avLst/>
          </a:prstGeom>
        </p:spPr>
        <p:txBody>
          <a:bodyPr vert="horz" wrap="square" lIns="0" tIns="0" rIns="0" bIns="0" rtlCol="0">
            <a:spAutoFit/>
          </a:bodyPr>
          <a:lstStyle/>
          <a:p>
            <a:pPr marL="0" marR="0">
              <a:lnSpc>
                <a:spcPts val="2090"/>
              </a:lnSpc>
              <a:spcBef>
                <a:spcPts val="0"/>
              </a:spcBef>
              <a:spcAft>
                <a:spcPts val="0"/>
              </a:spcAft>
            </a:pPr>
            <a:r>
              <a:rPr sz="1800" dirty="0">
                <a:solidFill>
                  <a:srgbClr val="0D0D0D"/>
                </a:solidFill>
                <a:latin typeface="KEBIPQ+Trebuchet MS"/>
                <a:cs typeface="KEBIPQ+Trebuchet MS"/>
              </a:rPr>
              <a:t>maximalizácii</a:t>
            </a:r>
            <a:r>
              <a:rPr sz="1800" spc="51" dirty="0">
                <a:solidFill>
                  <a:srgbClr val="0D0D0D"/>
                </a:solidFill>
                <a:latin typeface="KEBIPQ+Trebuchet MS"/>
                <a:cs typeface="KEBIPQ+Trebuchet MS"/>
              </a:rPr>
              <a:t> </a:t>
            </a:r>
            <a:r>
              <a:rPr sz="1800" dirty="0">
                <a:solidFill>
                  <a:srgbClr val="0D0D0D"/>
                </a:solidFill>
                <a:latin typeface="KEBIPQ+Trebuchet MS"/>
                <a:cs typeface="KEBIPQ+Trebuchet MS"/>
              </a:rPr>
              <a:t>ziskov</a:t>
            </a:r>
            <a:r>
              <a:rPr sz="1800" spc="15" dirty="0">
                <a:solidFill>
                  <a:srgbClr val="0D0D0D"/>
                </a:solidFill>
                <a:latin typeface="KEBIPQ+Trebuchet MS"/>
                <a:cs typeface="KEBIPQ+Trebuchet MS"/>
              </a:rPr>
              <a:t> </a:t>
            </a:r>
            <a:r>
              <a:rPr sz="1800" dirty="0">
                <a:solidFill>
                  <a:srgbClr val="0D0D0D"/>
                </a:solidFill>
                <a:latin typeface="KEBIPQ+Trebuchet MS"/>
                <a:cs typeface="KEBIPQ+Trebuchet MS"/>
              </a:rPr>
              <a:t>a</a:t>
            </a:r>
          </a:p>
          <a:p>
            <a:pPr marL="0" marR="0">
              <a:lnSpc>
                <a:spcPts val="2090"/>
              </a:lnSpc>
              <a:spcBef>
                <a:spcPts val="71"/>
              </a:spcBef>
              <a:spcAft>
                <a:spcPts val="0"/>
              </a:spcAft>
            </a:pPr>
            <a:r>
              <a:rPr sz="1800" dirty="0">
                <a:solidFill>
                  <a:srgbClr val="0D0D0D"/>
                </a:solidFill>
                <a:latin typeface="KEBIPQ+Trebuchet MS"/>
                <a:cs typeface="KEBIPQ+Trebuchet MS"/>
              </a:rPr>
              <a:t>optimálnemu</a:t>
            </a:r>
            <a:r>
              <a:rPr sz="1800" spc="37" dirty="0">
                <a:solidFill>
                  <a:srgbClr val="0D0D0D"/>
                </a:solidFill>
                <a:latin typeface="KEBIPQ+Trebuchet MS"/>
                <a:cs typeface="KEBIPQ+Trebuchet MS"/>
              </a:rPr>
              <a:t> </a:t>
            </a:r>
            <a:r>
              <a:rPr sz="1800" dirty="0">
                <a:solidFill>
                  <a:srgbClr val="0D0D0D"/>
                </a:solidFill>
                <a:latin typeface="KEBIPQ+Trebuchet MS"/>
                <a:cs typeface="KEBIPQ+Trebuchet MS"/>
              </a:rPr>
              <a:t>riešeniu</a:t>
            </a:r>
          </a:p>
        </p:txBody>
      </p:sp>
      <p:sp>
        <p:nvSpPr>
          <p:cNvPr id="10" name="object 10"/>
          <p:cNvSpPr txBox="1"/>
          <p:nvPr/>
        </p:nvSpPr>
        <p:spPr>
          <a:xfrm>
            <a:off x="5182870" y="4939774"/>
            <a:ext cx="3181468" cy="303534"/>
          </a:xfrm>
          <a:prstGeom prst="rect">
            <a:avLst/>
          </a:prstGeom>
        </p:spPr>
        <p:txBody>
          <a:bodyPr vert="horz" wrap="square" lIns="0" tIns="0" rIns="0" bIns="0" rtlCol="0">
            <a:spAutoFit/>
          </a:bodyPr>
          <a:lstStyle/>
          <a:p>
            <a:pPr marL="0" marR="0">
              <a:lnSpc>
                <a:spcPts val="2090"/>
              </a:lnSpc>
              <a:spcBef>
                <a:spcPts val="0"/>
              </a:spcBef>
              <a:spcAft>
                <a:spcPts val="0"/>
              </a:spcAft>
            </a:pPr>
            <a:r>
              <a:rPr sz="1450" dirty="0">
                <a:solidFill>
                  <a:srgbClr val="5FCBEF"/>
                </a:solidFill>
                <a:latin typeface="SDUHJH+Arial"/>
                <a:cs typeface="SDUHJH+Arial"/>
              </a:rPr>
              <a:t>•</a:t>
            </a:r>
            <a:r>
              <a:rPr sz="1450" spc="1842" dirty="0">
                <a:solidFill>
                  <a:srgbClr val="5FCBEF"/>
                </a:solidFill>
                <a:latin typeface="Times New Roman"/>
                <a:cs typeface="Times New Roman"/>
              </a:rPr>
              <a:t> </a:t>
            </a:r>
            <a:r>
              <a:rPr sz="1800" dirty="0">
                <a:solidFill>
                  <a:srgbClr val="0D0D0D"/>
                </a:solidFill>
                <a:latin typeface="TUJTQB+Trebuchet MS"/>
                <a:cs typeface="TUJTQB+Trebuchet MS"/>
              </a:rPr>
              <a:t>takejto</a:t>
            </a:r>
            <a:r>
              <a:rPr sz="1800" spc="-12" dirty="0">
                <a:solidFill>
                  <a:srgbClr val="0D0D0D"/>
                </a:solidFill>
                <a:latin typeface="TUJTQB+Trebuchet MS"/>
                <a:cs typeface="TUJTQB+Trebuchet MS"/>
              </a:rPr>
              <a:t> </a:t>
            </a:r>
            <a:r>
              <a:rPr sz="1800" dirty="0">
                <a:solidFill>
                  <a:srgbClr val="0D0D0D"/>
                </a:solidFill>
                <a:latin typeface="KEBIPQ+Trebuchet MS"/>
                <a:cs typeface="KEBIPQ+Trebuchet MS"/>
              </a:rPr>
              <a:t>stratégii hovoríme</a:t>
            </a:r>
          </a:p>
        </p:txBody>
      </p:sp>
      <p:sp>
        <p:nvSpPr>
          <p:cNvPr id="11" name="object 11"/>
          <p:cNvSpPr txBox="1"/>
          <p:nvPr/>
        </p:nvSpPr>
        <p:spPr>
          <a:xfrm>
            <a:off x="5527294" y="5213808"/>
            <a:ext cx="2369342" cy="303888"/>
          </a:xfrm>
          <a:prstGeom prst="rect">
            <a:avLst/>
          </a:prstGeom>
        </p:spPr>
        <p:txBody>
          <a:bodyPr vert="horz" wrap="square" lIns="0" tIns="0" rIns="0" bIns="0" rtlCol="0">
            <a:spAutoFit/>
          </a:bodyPr>
          <a:lstStyle/>
          <a:p>
            <a:pPr marL="0" marR="0">
              <a:lnSpc>
                <a:spcPts val="2092"/>
              </a:lnSpc>
              <a:spcBef>
                <a:spcPts val="0"/>
              </a:spcBef>
              <a:spcAft>
                <a:spcPts val="0"/>
              </a:spcAft>
            </a:pPr>
            <a:r>
              <a:rPr sz="1800" i="1" dirty="0">
                <a:solidFill>
                  <a:srgbClr val="0D0D0D"/>
                </a:solidFill>
                <a:latin typeface="QQOPDH+Trebuchet MS Italic"/>
                <a:cs typeface="QQOPDH+Trebuchet MS Italic"/>
              </a:rPr>
              <a:t>dominantná stratégia</a:t>
            </a:r>
          </a:p>
        </p:txBody>
      </p:sp>
      <p:sp>
        <p:nvSpPr>
          <p:cNvPr id="12" name="object 12"/>
          <p:cNvSpPr txBox="1"/>
          <p:nvPr/>
        </p:nvSpPr>
        <p:spPr>
          <a:xfrm>
            <a:off x="5182870" y="5616786"/>
            <a:ext cx="3744662" cy="852479"/>
          </a:xfrm>
          <a:prstGeom prst="rect">
            <a:avLst/>
          </a:prstGeom>
        </p:spPr>
        <p:txBody>
          <a:bodyPr vert="horz" wrap="square" lIns="0" tIns="0" rIns="0" bIns="0" rtlCol="0">
            <a:spAutoFit/>
          </a:bodyPr>
          <a:lstStyle/>
          <a:p>
            <a:pPr marL="0" marR="0">
              <a:lnSpc>
                <a:spcPts val="2090"/>
              </a:lnSpc>
              <a:spcBef>
                <a:spcPts val="0"/>
              </a:spcBef>
              <a:spcAft>
                <a:spcPts val="0"/>
              </a:spcAft>
            </a:pPr>
            <a:r>
              <a:rPr sz="1450" dirty="0">
                <a:solidFill>
                  <a:srgbClr val="5FCBEF"/>
                </a:solidFill>
                <a:latin typeface="SDUHJH+Arial"/>
                <a:cs typeface="SDUHJH+Arial"/>
              </a:rPr>
              <a:t>•</a:t>
            </a:r>
            <a:r>
              <a:rPr sz="1450" spc="1842" dirty="0">
                <a:solidFill>
                  <a:srgbClr val="5FCBEF"/>
                </a:solidFill>
                <a:latin typeface="Times New Roman"/>
                <a:cs typeface="Times New Roman"/>
              </a:rPr>
              <a:t> </a:t>
            </a:r>
            <a:r>
              <a:rPr sz="1800" dirty="0">
                <a:solidFill>
                  <a:srgbClr val="0D0D0D"/>
                </a:solidFill>
                <a:latin typeface="KEBIPQ+Trebuchet MS"/>
                <a:cs typeface="KEBIPQ+Trebuchet MS"/>
              </a:rPr>
              <a:t>hráč tu dosahuje</a:t>
            </a:r>
            <a:r>
              <a:rPr sz="1800" spc="26" dirty="0">
                <a:solidFill>
                  <a:srgbClr val="0D0D0D"/>
                </a:solidFill>
                <a:latin typeface="KEBIPQ+Trebuchet MS"/>
                <a:cs typeface="KEBIPQ+Trebuchet MS"/>
              </a:rPr>
              <a:t> </a:t>
            </a:r>
            <a:r>
              <a:rPr sz="1800" dirty="0">
                <a:solidFill>
                  <a:srgbClr val="0D0D0D"/>
                </a:solidFill>
                <a:latin typeface="KEBIPQ+Trebuchet MS"/>
                <a:cs typeface="KEBIPQ+Trebuchet MS"/>
              </a:rPr>
              <a:t>vždy</a:t>
            </a:r>
            <a:r>
              <a:rPr sz="1800" spc="-44" dirty="0">
                <a:solidFill>
                  <a:srgbClr val="0D0D0D"/>
                </a:solidFill>
                <a:latin typeface="KEBIPQ+Trebuchet MS"/>
                <a:cs typeface="KEBIPQ+Trebuchet MS"/>
              </a:rPr>
              <a:t> </a:t>
            </a:r>
            <a:r>
              <a:rPr sz="1800" dirty="0">
                <a:solidFill>
                  <a:srgbClr val="0D0D0D"/>
                </a:solidFill>
                <a:latin typeface="KEBIPQ+Trebuchet MS"/>
                <a:cs typeface="KEBIPQ+Trebuchet MS"/>
              </a:rPr>
              <a:t>najlepšie</a:t>
            </a:r>
          </a:p>
          <a:p>
            <a:pPr marL="344423" marR="0">
              <a:lnSpc>
                <a:spcPts val="2092"/>
              </a:lnSpc>
              <a:spcBef>
                <a:spcPts val="67"/>
              </a:spcBef>
              <a:spcAft>
                <a:spcPts val="0"/>
              </a:spcAft>
            </a:pPr>
            <a:r>
              <a:rPr sz="1800" dirty="0">
                <a:solidFill>
                  <a:srgbClr val="0D0D0D"/>
                </a:solidFill>
                <a:latin typeface="KEBIPQ+Trebuchet MS"/>
                <a:cs typeface="KEBIPQ+Trebuchet MS"/>
              </a:rPr>
              <a:t>možné</a:t>
            </a:r>
            <a:r>
              <a:rPr sz="1800" spc="11" dirty="0">
                <a:solidFill>
                  <a:srgbClr val="0D0D0D"/>
                </a:solidFill>
                <a:latin typeface="KEBIPQ+Trebuchet MS"/>
                <a:cs typeface="KEBIPQ+Trebuchet MS"/>
              </a:rPr>
              <a:t> </a:t>
            </a:r>
            <a:r>
              <a:rPr sz="1800" dirty="0">
                <a:solidFill>
                  <a:srgbClr val="0D0D0D"/>
                </a:solidFill>
                <a:latin typeface="KEBIPQ+Trebuchet MS"/>
                <a:cs typeface="KEBIPQ+Trebuchet MS"/>
              </a:rPr>
              <a:t>výsledky</a:t>
            </a:r>
            <a:r>
              <a:rPr sz="1800" spc="-14" dirty="0">
                <a:solidFill>
                  <a:srgbClr val="0D0D0D"/>
                </a:solidFill>
                <a:latin typeface="KEBIPQ+Trebuchet MS"/>
                <a:cs typeface="KEBIPQ+Trebuchet MS"/>
              </a:rPr>
              <a:t> </a:t>
            </a:r>
            <a:r>
              <a:rPr sz="1800" dirty="0">
                <a:solidFill>
                  <a:srgbClr val="0D0D0D"/>
                </a:solidFill>
                <a:latin typeface="KEBIPQ+Trebuchet MS"/>
                <a:cs typeface="KEBIPQ+Trebuchet MS"/>
              </a:rPr>
              <a:t>nezávisle od</a:t>
            </a:r>
          </a:p>
          <a:p>
            <a:pPr marL="344423" marR="0">
              <a:lnSpc>
                <a:spcPts val="2090"/>
              </a:lnSpc>
              <a:spcBef>
                <a:spcPts val="21"/>
              </a:spcBef>
              <a:spcAft>
                <a:spcPts val="0"/>
              </a:spcAft>
            </a:pPr>
            <a:r>
              <a:rPr sz="1800" dirty="0">
                <a:solidFill>
                  <a:srgbClr val="0D0D0D"/>
                </a:solidFill>
                <a:latin typeface="TUJTQB+Trebuchet MS"/>
                <a:cs typeface="TUJTQB+Trebuchet MS"/>
              </a:rPr>
              <a:t>rozhodnutia </a:t>
            </a:r>
            <a:r>
              <a:rPr sz="1800" dirty="0">
                <a:solidFill>
                  <a:srgbClr val="0D0D0D"/>
                </a:solidFill>
                <a:latin typeface="KEBIPQ+Trebuchet MS"/>
                <a:cs typeface="KEBIPQ+Trebuchet MS"/>
              </a:rPr>
              <a:t>súpera</a:t>
            </a:r>
          </a:p>
        </p:txBody>
      </p:sp>
      <p:pic>
        <p:nvPicPr>
          <p:cNvPr id="15" name="Obrázok 14"/>
          <p:cNvPicPr>
            <a:picLocks noChangeAspect="1"/>
          </p:cNvPicPr>
          <p:nvPr/>
        </p:nvPicPr>
        <p:blipFill>
          <a:blip r:embed="rId3"/>
          <a:stretch>
            <a:fillRect/>
          </a:stretch>
        </p:blipFill>
        <p:spPr>
          <a:xfrm>
            <a:off x="598503" y="5213808"/>
            <a:ext cx="2639797" cy="499915"/>
          </a:xfrm>
          <a:prstGeom prst="rect">
            <a:avLst/>
          </a:prstGeom>
        </p:spPr>
      </p:pic>
      <p:pic>
        <p:nvPicPr>
          <p:cNvPr id="16" name="Obrázok 15"/>
          <p:cNvPicPr>
            <a:picLocks noChangeAspect="1"/>
          </p:cNvPicPr>
          <p:nvPr/>
        </p:nvPicPr>
        <p:blipFill>
          <a:blip r:embed="rId4"/>
          <a:stretch>
            <a:fillRect/>
          </a:stretch>
        </p:blipFill>
        <p:spPr>
          <a:xfrm>
            <a:off x="263352" y="5517696"/>
            <a:ext cx="5263942" cy="481785"/>
          </a:xfrm>
          <a:prstGeom prst="rect">
            <a:avLst/>
          </a:prstGeom>
        </p:spPr>
      </p:pic>
      <p:pic>
        <p:nvPicPr>
          <p:cNvPr id="17" name="Obrázok 16"/>
          <p:cNvPicPr>
            <a:picLocks noChangeAspect="1"/>
          </p:cNvPicPr>
          <p:nvPr/>
        </p:nvPicPr>
        <p:blipFill>
          <a:blip r:embed="rId4"/>
          <a:stretch>
            <a:fillRect/>
          </a:stretch>
        </p:blipFill>
        <p:spPr>
          <a:xfrm>
            <a:off x="263352" y="5517342"/>
            <a:ext cx="5263942" cy="481785"/>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553033"/>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6" name="object 6"/>
          <p:cNvSpPr txBox="1"/>
          <p:nvPr/>
        </p:nvSpPr>
        <p:spPr>
          <a:xfrm>
            <a:off x="551384" y="44624"/>
            <a:ext cx="9655406" cy="4801314"/>
          </a:xfrm>
          <a:prstGeom prst="rect">
            <a:avLst/>
          </a:prstGeom>
        </p:spPr>
        <p:txBody>
          <a:bodyPr vert="horz" wrap="square" lIns="0" tIns="0" rIns="0" bIns="0" rtlCol="0">
            <a:spAutoFit/>
          </a:bodyPr>
          <a:lstStyle/>
          <a:p>
            <a:r>
              <a:rPr lang="sk-SK" sz="2400" b="1" dirty="0" smtClean="0">
                <a:solidFill>
                  <a:schemeClr val="tx2">
                    <a:lumMod val="75000"/>
                  </a:schemeClr>
                </a:solidFill>
              </a:rPr>
              <a:t>    John </a:t>
            </a:r>
            <a:r>
              <a:rPr lang="sk-SK" sz="2400" b="1" dirty="0" err="1">
                <a:solidFill>
                  <a:schemeClr val="tx2">
                    <a:lumMod val="75000"/>
                  </a:schemeClr>
                </a:solidFill>
              </a:rPr>
              <a:t>Forbes</a:t>
            </a:r>
            <a:r>
              <a:rPr lang="sk-SK" sz="2400" b="1" dirty="0">
                <a:solidFill>
                  <a:schemeClr val="tx2">
                    <a:lumMod val="75000"/>
                  </a:schemeClr>
                </a:solidFill>
              </a:rPr>
              <a:t> </a:t>
            </a:r>
            <a:r>
              <a:rPr lang="sk-SK" sz="2400" b="1" dirty="0" err="1">
                <a:solidFill>
                  <a:schemeClr val="tx2">
                    <a:lumMod val="75000"/>
                  </a:schemeClr>
                </a:solidFill>
              </a:rPr>
              <a:t>Nash</a:t>
            </a:r>
            <a:r>
              <a:rPr lang="sk-SK" sz="2400" b="1" dirty="0">
                <a:solidFill>
                  <a:schemeClr val="tx2">
                    <a:lumMod val="75000"/>
                  </a:schemeClr>
                </a:solidFill>
              </a:rPr>
              <a:t> </a:t>
            </a:r>
          </a:p>
          <a:p>
            <a:r>
              <a:rPr lang="sk-SK" sz="2400" dirty="0" smtClean="0"/>
              <a:t>    (</a:t>
            </a:r>
            <a:r>
              <a:rPr lang="sk-SK" sz="2400" dirty="0"/>
              <a:t>1928-2015</a:t>
            </a:r>
            <a:r>
              <a:rPr lang="sk-SK" sz="2400" dirty="0" smtClean="0"/>
              <a:t>)</a:t>
            </a:r>
          </a:p>
          <a:p>
            <a:endParaRPr lang="sk-SK" sz="2400" dirty="0"/>
          </a:p>
          <a:p>
            <a:pPr marL="342900" lvl="0" indent="-342900">
              <a:buFont typeface="Arial" panose="020B0604020202020204" pitchFamily="34" charset="0"/>
              <a:buChar char="•"/>
            </a:pPr>
            <a:r>
              <a:rPr lang="sk-SK" sz="2400" dirty="0"/>
              <a:t>dominantné stratégie vyjadrujú optimálne riešenie situácie jednotlivého hráča</a:t>
            </a:r>
          </a:p>
          <a:p>
            <a:pPr marL="342900" lvl="0" indent="-342900">
              <a:buFont typeface="Arial" panose="020B0604020202020204" pitchFamily="34" charset="0"/>
              <a:buChar char="•"/>
            </a:pPr>
            <a:r>
              <a:rPr lang="sk-SK" sz="2400" dirty="0"/>
              <a:t>vo väzňovej dileme  je pre obidvoch hráčov optimálne použitie tej istej stratégie </a:t>
            </a:r>
          </a:p>
          <a:p>
            <a:pPr marL="342900" lvl="0" indent="-342900">
              <a:buFont typeface="Arial" panose="020B0604020202020204" pitchFamily="34" charset="0"/>
              <a:buChar char="•"/>
            </a:pPr>
            <a:r>
              <a:rPr lang="sk-SK" sz="2400" dirty="0"/>
              <a:t>pri obojstrannom použití dominantných stratégií nastáva rovnováha, pri ktorej jednostrannou zmenou stratégie nemôže žiaden z protivníkov získať výhodu (</a:t>
            </a:r>
            <a:r>
              <a:rPr lang="sk-SK" sz="2400" dirty="0" err="1"/>
              <a:t>Nashovo</a:t>
            </a:r>
            <a:r>
              <a:rPr lang="sk-SK" sz="2400" dirty="0"/>
              <a:t> </a:t>
            </a:r>
            <a:r>
              <a:rPr lang="sk-SK" sz="2400" dirty="0" err="1"/>
              <a:t>equilibrium</a:t>
            </a:r>
            <a:r>
              <a:rPr lang="sk-SK" sz="2400" dirty="0"/>
              <a:t>) – zradcovská stratégia</a:t>
            </a:r>
          </a:p>
          <a:p>
            <a:pPr marL="342900" lvl="0" indent="-342900">
              <a:buFont typeface="Arial" panose="020B0604020202020204" pitchFamily="34" charset="0"/>
              <a:buChar char="•"/>
            </a:pPr>
            <a:r>
              <a:rPr lang="sk-SK" sz="2400" dirty="0" err="1"/>
              <a:t>Nash</a:t>
            </a:r>
            <a:r>
              <a:rPr lang="sk-SK" sz="2400" dirty="0"/>
              <a:t> dokázal, že každá konečná hra má aspoň jedno takéto riešenie a takýmto bodom hovoríme rovnovážne stavy</a:t>
            </a:r>
          </a:p>
          <a:p>
            <a:pPr marL="342900" marR="0" indent="-342900">
              <a:spcBef>
                <a:spcPts val="0"/>
              </a:spcBef>
              <a:spcAft>
                <a:spcPts val="0"/>
              </a:spcAft>
              <a:buFont typeface="Wingdings" panose="05000000000000000000" pitchFamily="2" charset="2"/>
              <a:buChar char="Ø"/>
            </a:pPr>
            <a:endParaRPr sz="2400" spc="-41" dirty="0">
              <a:solidFill>
                <a:srgbClr val="404040"/>
              </a:solidFill>
              <a:latin typeface="KEBIPQ+Trebuchet MS"/>
              <a:cs typeface="KEBIPQ+Trebuchet MS"/>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264798"/>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69010" y="671668"/>
            <a:ext cx="5527786" cy="538609"/>
          </a:xfrm>
          <a:prstGeom prst="rect">
            <a:avLst/>
          </a:prstGeom>
        </p:spPr>
        <p:txBody>
          <a:bodyPr vert="horz" wrap="square" lIns="0" tIns="0" rIns="0" bIns="0" rtlCol="0">
            <a:spAutoFit/>
          </a:bodyPr>
          <a:lstStyle/>
          <a:p>
            <a:pPr marL="0" marR="0">
              <a:lnSpc>
                <a:spcPts val="4180"/>
              </a:lnSpc>
              <a:spcBef>
                <a:spcPts val="0"/>
              </a:spcBef>
              <a:spcAft>
                <a:spcPts val="0"/>
              </a:spcAft>
            </a:pPr>
            <a:r>
              <a:rPr sz="3600" dirty="0">
                <a:solidFill>
                  <a:srgbClr val="5FCBEF"/>
                </a:solidFill>
                <a:latin typeface="KEBIPQ+Trebuchet MS"/>
                <a:cs typeface="KEBIPQ+Trebuchet MS"/>
              </a:rPr>
              <a:t>Zhrnutie</a:t>
            </a:r>
            <a:r>
              <a:rPr sz="3600" spc="-28" dirty="0">
                <a:solidFill>
                  <a:srgbClr val="5FCBEF"/>
                </a:solidFill>
                <a:latin typeface="KEBIPQ+Trebuchet MS"/>
                <a:cs typeface="KEBIPQ+Trebuchet MS"/>
              </a:rPr>
              <a:t> </a:t>
            </a:r>
            <a:r>
              <a:rPr sz="3600" dirty="0" err="1">
                <a:solidFill>
                  <a:srgbClr val="5FCBEF"/>
                </a:solidFill>
                <a:latin typeface="KEBIPQ+Trebuchet MS"/>
                <a:cs typeface="KEBIPQ+Trebuchet MS"/>
              </a:rPr>
              <a:t>väzňovej</a:t>
            </a:r>
            <a:r>
              <a:rPr sz="3600" spc="51" dirty="0">
                <a:solidFill>
                  <a:srgbClr val="5FCBEF"/>
                </a:solidFill>
                <a:latin typeface="KEBIPQ+Trebuchet MS"/>
                <a:cs typeface="KEBIPQ+Trebuchet MS"/>
              </a:rPr>
              <a:t> </a:t>
            </a:r>
            <a:r>
              <a:rPr sz="3600" dirty="0" err="1" smtClean="0">
                <a:solidFill>
                  <a:srgbClr val="5FCBEF"/>
                </a:solidFill>
                <a:latin typeface="KEBIPQ+Trebuchet MS"/>
                <a:cs typeface="KEBIPQ+Trebuchet MS"/>
              </a:rPr>
              <a:t>dilemy</a:t>
            </a:r>
            <a:endParaRPr sz="3600" dirty="0">
              <a:solidFill>
                <a:srgbClr val="5FCBEF"/>
              </a:solidFill>
              <a:latin typeface="KEBIPQ+Trebuchet MS"/>
              <a:cs typeface="KEBIPQ+Trebuchet MS"/>
            </a:endParaRPr>
          </a:p>
        </p:txBody>
      </p:sp>
      <p:sp>
        <p:nvSpPr>
          <p:cNvPr id="4" name="object 4"/>
          <p:cNvSpPr txBox="1"/>
          <p:nvPr/>
        </p:nvSpPr>
        <p:spPr>
          <a:xfrm>
            <a:off x="769010" y="2215243"/>
            <a:ext cx="9071406" cy="738664"/>
          </a:xfrm>
          <a:prstGeom prst="rect">
            <a:avLst/>
          </a:prstGeom>
        </p:spPr>
        <p:txBody>
          <a:bodyPr vert="horz" wrap="square" lIns="0" tIns="0" rIns="0" bIns="0" rtlCol="0">
            <a:spAutoFit/>
          </a:bodyPr>
          <a:lstStyle/>
          <a:p>
            <a:pPr marL="342900" indent="-342900">
              <a:buFont typeface="Wingdings" panose="05000000000000000000" pitchFamily="2" charset="2"/>
              <a:buChar char="Ø"/>
            </a:pPr>
            <a:r>
              <a:rPr lang="sk-SK" sz="2400" dirty="0" smtClean="0">
                <a:solidFill>
                  <a:srgbClr val="404040"/>
                </a:solidFill>
                <a:latin typeface="KEBIPQ+Trebuchet MS"/>
                <a:cs typeface="Times New Roman"/>
              </a:rPr>
              <a:t>o</a:t>
            </a:r>
            <a:r>
              <a:rPr sz="2400" dirty="0" err="1" smtClean="0">
                <a:solidFill>
                  <a:srgbClr val="404040"/>
                </a:solidFill>
                <a:latin typeface="KEBIPQ+Trebuchet MS"/>
                <a:cs typeface="KEBIPQ+Trebuchet MS"/>
              </a:rPr>
              <a:t>ptimálne</a:t>
            </a:r>
            <a:r>
              <a:rPr sz="2400" dirty="0" smtClean="0">
                <a:solidFill>
                  <a:srgbClr val="404040"/>
                </a:solidFill>
                <a:latin typeface="KEBIPQ+Trebuchet MS"/>
                <a:cs typeface="KEBIPQ+Trebuchet MS"/>
              </a:rPr>
              <a:t> </a:t>
            </a:r>
            <a:r>
              <a:rPr sz="2400" dirty="0" err="1" smtClean="0">
                <a:solidFill>
                  <a:srgbClr val="404040"/>
                </a:solidFill>
                <a:latin typeface="KEBIPQ+Trebuchet MS"/>
                <a:cs typeface="KEBIPQ+Trebuchet MS"/>
              </a:rPr>
              <a:t>riešenie</a:t>
            </a:r>
            <a:r>
              <a:rPr sz="2400" spc="32" dirty="0" smtClean="0">
                <a:solidFill>
                  <a:srgbClr val="404040"/>
                </a:solidFill>
                <a:latin typeface="KEBIPQ+Trebuchet MS"/>
                <a:cs typeface="KEBIPQ+Trebuchet MS"/>
              </a:rPr>
              <a:t> </a:t>
            </a:r>
            <a:r>
              <a:rPr sz="2400" spc="10" dirty="0" smtClean="0">
                <a:solidFill>
                  <a:srgbClr val="404040"/>
                </a:solidFill>
                <a:latin typeface="KEBIPQ+Trebuchet MS"/>
                <a:cs typeface="KEBIPQ+Trebuchet MS"/>
              </a:rPr>
              <a:t>je</a:t>
            </a:r>
            <a:r>
              <a:rPr sz="2400" spc="-22" dirty="0" smtClean="0">
                <a:solidFill>
                  <a:srgbClr val="404040"/>
                </a:solidFill>
                <a:latin typeface="KEBIPQ+Trebuchet MS"/>
                <a:cs typeface="KEBIPQ+Trebuchet MS"/>
              </a:rPr>
              <a:t> </a:t>
            </a:r>
            <a:r>
              <a:rPr sz="2400" dirty="0">
                <a:solidFill>
                  <a:srgbClr val="404040"/>
                </a:solidFill>
                <a:latin typeface="KEBIPQ+Trebuchet MS"/>
                <a:cs typeface="KEBIPQ+Trebuchet MS"/>
              </a:rPr>
              <a:t>riešenie,</a:t>
            </a:r>
            <a:r>
              <a:rPr sz="2400" spc="41" dirty="0">
                <a:solidFill>
                  <a:srgbClr val="404040"/>
                </a:solidFill>
                <a:latin typeface="KEBIPQ+Trebuchet MS"/>
                <a:cs typeface="KEBIPQ+Trebuchet MS"/>
              </a:rPr>
              <a:t> </a:t>
            </a:r>
            <a:r>
              <a:rPr sz="2400" dirty="0">
                <a:solidFill>
                  <a:srgbClr val="404040"/>
                </a:solidFill>
                <a:latin typeface="KEBIPQ+Trebuchet MS"/>
                <a:cs typeface="KEBIPQ+Trebuchet MS"/>
              </a:rPr>
              <a:t>ktoré</a:t>
            </a:r>
            <a:r>
              <a:rPr sz="2400" spc="-16" dirty="0">
                <a:solidFill>
                  <a:srgbClr val="404040"/>
                </a:solidFill>
                <a:latin typeface="KEBIPQ+Trebuchet MS"/>
                <a:cs typeface="KEBIPQ+Trebuchet MS"/>
              </a:rPr>
              <a:t> </a:t>
            </a:r>
            <a:r>
              <a:rPr sz="2400" dirty="0">
                <a:solidFill>
                  <a:srgbClr val="404040"/>
                </a:solidFill>
                <a:latin typeface="KEBIPQ+Trebuchet MS"/>
                <a:cs typeface="KEBIPQ+Trebuchet MS"/>
              </a:rPr>
              <a:t>prináša</a:t>
            </a:r>
            <a:r>
              <a:rPr sz="2400" spc="27" dirty="0">
                <a:solidFill>
                  <a:srgbClr val="404040"/>
                </a:solidFill>
                <a:latin typeface="KEBIPQ+Trebuchet MS"/>
                <a:cs typeface="KEBIPQ+Trebuchet MS"/>
              </a:rPr>
              <a:t> </a:t>
            </a:r>
            <a:r>
              <a:rPr sz="2400" dirty="0">
                <a:solidFill>
                  <a:srgbClr val="404040"/>
                </a:solidFill>
                <a:latin typeface="KEBIPQ+Trebuchet MS"/>
                <a:cs typeface="KEBIPQ+Trebuchet MS"/>
              </a:rPr>
              <a:t>maximálny</a:t>
            </a:r>
            <a:r>
              <a:rPr sz="2400" spc="58" dirty="0">
                <a:solidFill>
                  <a:srgbClr val="404040"/>
                </a:solidFill>
                <a:latin typeface="KEBIPQ+Trebuchet MS"/>
                <a:cs typeface="KEBIPQ+Trebuchet MS"/>
              </a:rPr>
              <a:t> </a:t>
            </a:r>
            <a:r>
              <a:rPr sz="2400" dirty="0">
                <a:solidFill>
                  <a:srgbClr val="404040"/>
                </a:solidFill>
                <a:latin typeface="KEBIPQ+Trebuchet MS"/>
                <a:cs typeface="KEBIPQ+Trebuchet MS"/>
              </a:rPr>
              <a:t>vlastný</a:t>
            </a:r>
            <a:r>
              <a:rPr sz="2400" spc="12" dirty="0">
                <a:solidFill>
                  <a:srgbClr val="404040"/>
                </a:solidFill>
                <a:latin typeface="KEBIPQ+Trebuchet MS"/>
                <a:cs typeface="KEBIPQ+Trebuchet MS"/>
              </a:rPr>
              <a:t> </a:t>
            </a:r>
            <a:r>
              <a:rPr sz="2400" dirty="0" err="1">
                <a:solidFill>
                  <a:srgbClr val="404040"/>
                </a:solidFill>
                <a:latin typeface="KEBIPQ+Trebuchet MS"/>
                <a:cs typeface="KEBIPQ+Trebuchet MS"/>
              </a:rPr>
              <a:t>prospech</a:t>
            </a:r>
            <a:r>
              <a:rPr sz="2400" dirty="0" smtClean="0">
                <a:solidFill>
                  <a:srgbClr val="404040"/>
                </a:solidFill>
                <a:latin typeface="KEBIPQ+Trebuchet MS"/>
                <a:cs typeface="KEBIPQ+Trebuchet MS"/>
              </a:rPr>
              <a:t>,</a:t>
            </a:r>
            <a:r>
              <a:rPr lang="sk-SK" sz="2400" dirty="0">
                <a:solidFill>
                  <a:srgbClr val="404040"/>
                </a:solidFill>
                <a:latin typeface="KEBIPQ+Trebuchet MS"/>
                <a:cs typeface="KEBIPQ+Trebuchet MS"/>
              </a:rPr>
              <a:t> takže </a:t>
            </a:r>
            <a:r>
              <a:rPr lang="sk-SK" sz="2400" dirty="0" smtClean="0">
                <a:solidFill>
                  <a:srgbClr val="404040"/>
                </a:solidFill>
                <a:latin typeface="KEBIPQ+Trebuchet MS"/>
                <a:cs typeface="KEBIPQ+Trebuchet MS"/>
              </a:rPr>
              <a:t>ak by </a:t>
            </a:r>
            <a:r>
              <a:rPr lang="sk-SK" sz="2400" dirty="0">
                <a:solidFill>
                  <a:srgbClr val="404040"/>
                </a:solidFill>
                <a:latin typeface="KEBIPQ+Trebuchet MS"/>
                <a:cs typeface="KEBIPQ+Trebuchet MS"/>
              </a:rPr>
              <a:t>optimálnym riešením </a:t>
            </a:r>
            <a:endParaRPr sz="2400" dirty="0">
              <a:solidFill>
                <a:srgbClr val="404040"/>
              </a:solidFill>
              <a:latin typeface="KEBIPQ+Trebuchet MS"/>
              <a:cs typeface="KEBIPQ+Trebuchet MS"/>
            </a:endParaRPr>
          </a:p>
        </p:txBody>
      </p:sp>
      <p:sp>
        <p:nvSpPr>
          <p:cNvPr id="5" name="object 5"/>
          <p:cNvSpPr txBox="1"/>
          <p:nvPr/>
        </p:nvSpPr>
        <p:spPr>
          <a:xfrm>
            <a:off x="769010" y="3027883"/>
            <a:ext cx="9071406" cy="272639"/>
          </a:xfrm>
          <a:prstGeom prst="rect">
            <a:avLst/>
          </a:prstGeom>
        </p:spPr>
        <p:txBody>
          <a:bodyPr vert="horz" wrap="square" lIns="0" tIns="0" rIns="0" bIns="0" rtlCol="0">
            <a:spAutoFit/>
          </a:bodyPr>
          <a:lstStyle/>
          <a:p>
            <a:pPr marL="0" marR="0">
              <a:lnSpc>
                <a:spcPts val="2092"/>
              </a:lnSpc>
              <a:spcBef>
                <a:spcPts val="0"/>
              </a:spcBef>
              <a:spcAft>
                <a:spcPts val="0"/>
              </a:spcAft>
            </a:pPr>
            <a:r>
              <a:rPr sz="2400" dirty="0" smtClean="0">
                <a:solidFill>
                  <a:srgbClr val="404040"/>
                </a:solidFill>
                <a:latin typeface="KEBIPQ+Trebuchet MS"/>
                <a:cs typeface="KEBIPQ+Trebuchet MS"/>
              </a:rPr>
              <a:t>bolo</a:t>
            </a:r>
            <a:r>
              <a:rPr sz="2400" spc="-18" dirty="0" smtClean="0">
                <a:solidFill>
                  <a:srgbClr val="404040"/>
                </a:solidFill>
                <a:latin typeface="KEBIPQ+Trebuchet MS"/>
                <a:cs typeface="KEBIPQ+Trebuchet MS"/>
              </a:rPr>
              <a:t> </a:t>
            </a:r>
            <a:r>
              <a:rPr sz="2400" dirty="0" err="1" smtClean="0">
                <a:solidFill>
                  <a:srgbClr val="404040"/>
                </a:solidFill>
                <a:latin typeface="KEBIPQ+Trebuchet MS"/>
                <a:cs typeface="KEBIPQ+Trebuchet MS"/>
              </a:rPr>
              <a:t>zradiť</a:t>
            </a:r>
            <a:r>
              <a:rPr lang="sk-SK" sz="2400" dirty="0" smtClean="0">
                <a:solidFill>
                  <a:srgbClr val="404040"/>
                </a:solidFill>
                <a:latin typeface="KEBIPQ+Trebuchet MS"/>
                <a:cs typeface="KEBIPQ+Trebuchet MS"/>
              </a:rPr>
              <a:t>, i</a:t>
            </a:r>
            <a:r>
              <a:rPr sz="2400" dirty="0" err="1" smtClean="0">
                <a:solidFill>
                  <a:srgbClr val="404040"/>
                </a:solidFill>
                <a:latin typeface="KEBIPQ+Trebuchet MS"/>
                <a:cs typeface="KEBIPQ+Trebuchet MS"/>
              </a:rPr>
              <a:t>šlo</a:t>
            </a:r>
            <a:r>
              <a:rPr sz="2400" spc="-21" dirty="0" smtClean="0">
                <a:solidFill>
                  <a:srgbClr val="404040"/>
                </a:solidFill>
                <a:latin typeface="KEBIPQ+Trebuchet MS"/>
                <a:cs typeface="KEBIPQ+Trebuchet MS"/>
              </a:rPr>
              <a:t> </a:t>
            </a:r>
            <a:r>
              <a:rPr sz="2400" dirty="0">
                <a:solidFill>
                  <a:srgbClr val="404040"/>
                </a:solidFill>
                <a:latin typeface="KEBIPQ+Trebuchet MS"/>
                <a:cs typeface="KEBIPQ+Trebuchet MS"/>
              </a:rPr>
              <a:t>by</a:t>
            </a:r>
            <a:r>
              <a:rPr sz="2400" spc="-11" dirty="0">
                <a:solidFill>
                  <a:srgbClr val="404040"/>
                </a:solidFill>
                <a:latin typeface="KEBIPQ+Trebuchet MS"/>
                <a:cs typeface="KEBIPQ+Trebuchet MS"/>
              </a:rPr>
              <a:t> </a:t>
            </a:r>
            <a:r>
              <a:rPr sz="2400" dirty="0">
                <a:solidFill>
                  <a:srgbClr val="404040"/>
                </a:solidFill>
                <a:latin typeface="KEBIPQ+Trebuchet MS"/>
                <a:cs typeface="KEBIPQ+Trebuchet MS"/>
              </a:rPr>
              <a:t>tu o</a:t>
            </a:r>
            <a:r>
              <a:rPr sz="2400" spc="-19" dirty="0">
                <a:solidFill>
                  <a:srgbClr val="404040"/>
                </a:solidFill>
                <a:latin typeface="KEBIPQ+Trebuchet MS"/>
                <a:cs typeface="KEBIPQ+Trebuchet MS"/>
              </a:rPr>
              <a:t> </a:t>
            </a:r>
            <a:r>
              <a:rPr sz="2400" dirty="0" err="1">
                <a:solidFill>
                  <a:srgbClr val="404040"/>
                </a:solidFill>
                <a:latin typeface="KEBIPQ+Trebuchet MS"/>
                <a:cs typeface="KEBIPQ+Trebuchet MS"/>
              </a:rPr>
              <a:t>racionálnu</a:t>
            </a:r>
            <a:r>
              <a:rPr sz="2400" spc="58" dirty="0">
                <a:solidFill>
                  <a:srgbClr val="404040"/>
                </a:solidFill>
                <a:latin typeface="KEBIPQ+Trebuchet MS"/>
                <a:cs typeface="KEBIPQ+Trebuchet MS"/>
              </a:rPr>
              <a:t> </a:t>
            </a:r>
            <a:r>
              <a:rPr sz="2400" dirty="0" err="1" smtClean="0">
                <a:solidFill>
                  <a:srgbClr val="404040"/>
                </a:solidFill>
                <a:latin typeface="KEBIPQ+Trebuchet MS"/>
                <a:cs typeface="KEBIPQ+Trebuchet MS"/>
              </a:rPr>
              <a:t>voľbu</a:t>
            </a:r>
            <a:endParaRPr sz="2400" dirty="0">
              <a:solidFill>
                <a:srgbClr val="404040"/>
              </a:solidFill>
              <a:latin typeface="KEBIPQ+Trebuchet MS"/>
              <a:cs typeface="KEBIPQ+Trebuchet MS"/>
            </a:endParaRPr>
          </a:p>
        </p:txBody>
      </p:sp>
      <p:sp>
        <p:nvSpPr>
          <p:cNvPr id="6" name="object 6"/>
          <p:cNvSpPr txBox="1"/>
          <p:nvPr/>
        </p:nvSpPr>
        <p:spPr>
          <a:xfrm>
            <a:off x="769010" y="3758817"/>
            <a:ext cx="9143414" cy="1846659"/>
          </a:xfrm>
          <a:prstGeom prst="rect">
            <a:avLst/>
          </a:prstGeom>
        </p:spPr>
        <p:txBody>
          <a:bodyPr vert="horz" wrap="square" lIns="0" tIns="0" rIns="0" bIns="0" rtlCol="0">
            <a:spAutoFit/>
          </a:bodyPr>
          <a:lstStyle/>
          <a:p>
            <a:pPr marL="342900" marR="0" indent="-342900">
              <a:spcBef>
                <a:spcPts val="0"/>
              </a:spcBef>
              <a:spcAft>
                <a:spcPts val="0"/>
              </a:spcAft>
              <a:buFont typeface="Wingdings" panose="05000000000000000000" pitchFamily="2" charset="2"/>
              <a:buChar char="Ø"/>
            </a:pPr>
            <a:r>
              <a:rPr sz="2400" dirty="0" smtClean="0">
                <a:solidFill>
                  <a:srgbClr val="404040"/>
                </a:solidFill>
                <a:latin typeface="KEBIPQ+Trebuchet MS"/>
                <a:cs typeface="KEBIPQ+Trebuchet MS"/>
              </a:rPr>
              <a:t>aby</a:t>
            </a:r>
            <a:r>
              <a:rPr sz="2400" spc="11" dirty="0" smtClean="0">
                <a:solidFill>
                  <a:srgbClr val="404040"/>
                </a:solidFill>
                <a:latin typeface="KEBIPQ+Trebuchet MS"/>
                <a:cs typeface="KEBIPQ+Trebuchet MS"/>
              </a:rPr>
              <a:t> </a:t>
            </a:r>
            <a:r>
              <a:rPr sz="2400" dirty="0">
                <a:solidFill>
                  <a:srgbClr val="404040"/>
                </a:solidFill>
                <a:latin typeface="KEBIPQ+Trebuchet MS"/>
                <a:cs typeface="KEBIPQ+Trebuchet MS"/>
              </a:rPr>
              <a:t>nastala</a:t>
            </a:r>
            <a:r>
              <a:rPr sz="2400" spc="22" dirty="0">
                <a:solidFill>
                  <a:srgbClr val="404040"/>
                </a:solidFill>
                <a:latin typeface="KEBIPQ+Trebuchet MS"/>
                <a:cs typeface="KEBIPQ+Trebuchet MS"/>
              </a:rPr>
              <a:t> </a:t>
            </a:r>
            <a:r>
              <a:rPr sz="2400" dirty="0">
                <a:solidFill>
                  <a:srgbClr val="404040"/>
                </a:solidFill>
                <a:latin typeface="KEBIPQ+Trebuchet MS"/>
                <a:cs typeface="KEBIPQ+Trebuchet MS"/>
              </a:rPr>
              <a:t>rovnováha,</a:t>
            </a:r>
            <a:r>
              <a:rPr sz="2400" spc="43" dirty="0">
                <a:solidFill>
                  <a:srgbClr val="404040"/>
                </a:solidFill>
                <a:latin typeface="KEBIPQ+Trebuchet MS"/>
                <a:cs typeface="KEBIPQ+Trebuchet MS"/>
              </a:rPr>
              <a:t> </a:t>
            </a:r>
            <a:r>
              <a:rPr sz="2400" dirty="0">
                <a:solidFill>
                  <a:srgbClr val="404040"/>
                </a:solidFill>
                <a:latin typeface="KEBIPQ+Trebuchet MS"/>
                <a:cs typeface="KEBIPQ+Trebuchet MS"/>
              </a:rPr>
              <a:t>uprednostniť by</a:t>
            </a:r>
            <a:r>
              <a:rPr sz="2400" spc="-17" dirty="0">
                <a:solidFill>
                  <a:srgbClr val="404040"/>
                </a:solidFill>
                <a:latin typeface="KEBIPQ+Trebuchet MS"/>
                <a:cs typeface="KEBIPQ+Trebuchet MS"/>
              </a:rPr>
              <a:t> </a:t>
            </a:r>
            <a:r>
              <a:rPr sz="2400" dirty="0">
                <a:solidFill>
                  <a:srgbClr val="404040"/>
                </a:solidFill>
                <a:latin typeface="KEBIPQ+Trebuchet MS"/>
                <a:cs typeface="KEBIPQ+Trebuchet MS"/>
              </a:rPr>
              <a:t>sme</a:t>
            </a:r>
            <a:r>
              <a:rPr sz="2400" spc="17" dirty="0">
                <a:solidFill>
                  <a:srgbClr val="404040"/>
                </a:solidFill>
                <a:latin typeface="KEBIPQ+Trebuchet MS"/>
                <a:cs typeface="KEBIPQ+Trebuchet MS"/>
              </a:rPr>
              <a:t> </a:t>
            </a:r>
            <a:r>
              <a:rPr sz="2400" dirty="0">
                <a:solidFill>
                  <a:srgbClr val="404040"/>
                </a:solidFill>
                <a:latin typeface="KEBIPQ+Trebuchet MS"/>
                <a:cs typeface="KEBIPQ+Trebuchet MS"/>
              </a:rPr>
              <a:t>mali</a:t>
            </a:r>
            <a:r>
              <a:rPr sz="2400" spc="24" dirty="0">
                <a:solidFill>
                  <a:srgbClr val="404040"/>
                </a:solidFill>
                <a:latin typeface="KEBIPQ+Trebuchet MS"/>
                <a:cs typeface="KEBIPQ+Trebuchet MS"/>
              </a:rPr>
              <a:t> </a:t>
            </a:r>
            <a:r>
              <a:rPr sz="2400" spc="-55" dirty="0">
                <a:solidFill>
                  <a:srgbClr val="404040"/>
                </a:solidFill>
                <a:latin typeface="KEBIPQ+Trebuchet MS"/>
                <a:cs typeface="KEBIPQ+Trebuchet MS"/>
              </a:rPr>
              <a:t>tzv.</a:t>
            </a:r>
            <a:r>
              <a:rPr sz="2400" spc="74" dirty="0">
                <a:solidFill>
                  <a:srgbClr val="404040"/>
                </a:solidFill>
                <a:latin typeface="KEBIPQ+Trebuchet MS"/>
                <a:cs typeface="KEBIPQ+Trebuchet MS"/>
              </a:rPr>
              <a:t> </a:t>
            </a:r>
            <a:r>
              <a:rPr sz="2400" dirty="0" err="1" smtClean="0">
                <a:solidFill>
                  <a:srgbClr val="404040"/>
                </a:solidFill>
                <a:latin typeface="KEBIPQ+Trebuchet MS"/>
                <a:cs typeface="KEBIPQ+Trebuchet MS"/>
              </a:rPr>
              <a:t>suboptimálne</a:t>
            </a:r>
            <a:r>
              <a:rPr lang="sk-SK" sz="2400" dirty="0" smtClean="0">
                <a:solidFill>
                  <a:srgbClr val="404040"/>
                </a:solidFill>
                <a:latin typeface="KEBIPQ+Trebuchet MS"/>
                <a:cs typeface="KEBIPQ+Trebuchet MS"/>
              </a:rPr>
              <a:t> </a:t>
            </a:r>
            <a:r>
              <a:rPr sz="2400" dirty="0" err="1" smtClean="0">
                <a:solidFill>
                  <a:srgbClr val="404040"/>
                </a:solidFill>
                <a:latin typeface="KEBIPQ+Trebuchet MS"/>
                <a:cs typeface="KEBIPQ+Trebuchet MS"/>
              </a:rPr>
              <a:t>riešenie</a:t>
            </a:r>
            <a:r>
              <a:rPr sz="2400" dirty="0">
                <a:solidFill>
                  <a:srgbClr val="404040"/>
                </a:solidFill>
                <a:latin typeface="KEBIPQ+Trebuchet MS"/>
                <a:cs typeface="KEBIPQ+Trebuchet MS"/>
              </a:rPr>
              <a:t>,</a:t>
            </a:r>
            <a:r>
              <a:rPr sz="2400" spc="47" dirty="0">
                <a:solidFill>
                  <a:srgbClr val="404040"/>
                </a:solidFill>
                <a:latin typeface="KEBIPQ+Trebuchet MS"/>
                <a:cs typeface="KEBIPQ+Trebuchet MS"/>
              </a:rPr>
              <a:t> </a:t>
            </a:r>
            <a:r>
              <a:rPr sz="2400" dirty="0">
                <a:solidFill>
                  <a:srgbClr val="404040"/>
                </a:solidFill>
                <a:latin typeface="KEBIPQ+Trebuchet MS"/>
                <a:cs typeface="KEBIPQ+Trebuchet MS"/>
              </a:rPr>
              <a:t>ktoré</a:t>
            </a:r>
            <a:r>
              <a:rPr sz="2400" spc="-18" dirty="0">
                <a:solidFill>
                  <a:srgbClr val="404040"/>
                </a:solidFill>
                <a:latin typeface="KEBIPQ+Trebuchet MS"/>
                <a:cs typeface="KEBIPQ+Trebuchet MS"/>
              </a:rPr>
              <a:t> </a:t>
            </a:r>
            <a:r>
              <a:rPr sz="2400" dirty="0" err="1">
                <a:solidFill>
                  <a:srgbClr val="404040"/>
                </a:solidFill>
                <a:latin typeface="KEBIPQ+Trebuchet MS"/>
                <a:cs typeface="KEBIPQ+Trebuchet MS"/>
              </a:rPr>
              <a:t>znamená</a:t>
            </a:r>
            <a:r>
              <a:rPr sz="2400" spc="25" dirty="0">
                <a:solidFill>
                  <a:srgbClr val="404040"/>
                </a:solidFill>
                <a:latin typeface="KEBIPQ+Trebuchet MS"/>
                <a:cs typeface="KEBIPQ+Trebuchet MS"/>
              </a:rPr>
              <a:t> </a:t>
            </a:r>
            <a:r>
              <a:rPr sz="2400" dirty="0" err="1" smtClean="0">
                <a:solidFill>
                  <a:srgbClr val="404040"/>
                </a:solidFill>
                <a:latin typeface="KEBIPQ+Trebuchet MS"/>
                <a:cs typeface="KEBIPQ+Trebuchet MS"/>
              </a:rPr>
              <a:t>mlčanie</a:t>
            </a:r>
            <a:endParaRPr lang="sk-SK" sz="2400" dirty="0" smtClean="0">
              <a:solidFill>
                <a:srgbClr val="404040"/>
              </a:solidFill>
              <a:latin typeface="KEBIPQ+Trebuchet MS"/>
              <a:cs typeface="KEBIPQ+Trebuchet MS"/>
            </a:endParaRPr>
          </a:p>
          <a:p>
            <a:pPr marL="342900" marR="0" indent="-342900">
              <a:spcBef>
                <a:spcPts val="0"/>
              </a:spcBef>
              <a:spcAft>
                <a:spcPts val="0"/>
              </a:spcAft>
              <a:buFont typeface="Wingdings" panose="05000000000000000000" pitchFamily="2" charset="2"/>
              <a:buChar char="Ø"/>
            </a:pPr>
            <a:r>
              <a:rPr lang="sk-SK" sz="2400" dirty="0" smtClean="0">
                <a:solidFill>
                  <a:srgbClr val="404040"/>
                </a:solidFill>
                <a:latin typeface="KEBIPQ+Trebuchet MS"/>
                <a:cs typeface="KEBIPQ+Trebuchet MS"/>
              </a:rPr>
              <a:t>a</a:t>
            </a:r>
            <a:r>
              <a:rPr sz="2400" dirty="0" smtClean="0">
                <a:solidFill>
                  <a:srgbClr val="404040"/>
                </a:solidFill>
                <a:latin typeface="KEBIPQ+Trebuchet MS"/>
                <a:cs typeface="KEBIPQ+Trebuchet MS"/>
              </a:rPr>
              <a:t>k </a:t>
            </a:r>
            <a:r>
              <a:rPr sz="2400" dirty="0">
                <a:solidFill>
                  <a:srgbClr val="404040"/>
                </a:solidFill>
                <a:latin typeface="KEBIPQ+Trebuchet MS"/>
                <a:cs typeface="KEBIPQ+Trebuchet MS"/>
              </a:rPr>
              <a:t>by</a:t>
            </a:r>
            <a:r>
              <a:rPr sz="2400" spc="-11" dirty="0">
                <a:solidFill>
                  <a:srgbClr val="404040"/>
                </a:solidFill>
                <a:latin typeface="KEBIPQ+Trebuchet MS"/>
                <a:cs typeface="KEBIPQ+Trebuchet MS"/>
              </a:rPr>
              <a:t> </a:t>
            </a:r>
            <a:r>
              <a:rPr sz="2400" dirty="0" err="1" smtClean="0">
                <a:solidFill>
                  <a:srgbClr val="404040"/>
                </a:solidFill>
                <a:latin typeface="KEBIPQ+Trebuchet MS"/>
                <a:cs typeface="KEBIPQ+Trebuchet MS"/>
              </a:rPr>
              <a:t>obaja</a:t>
            </a:r>
            <a:r>
              <a:rPr sz="2400" dirty="0" smtClean="0">
                <a:solidFill>
                  <a:srgbClr val="404040"/>
                </a:solidFill>
                <a:latin typeface="KEBIPQ+Trebuchet MS"/>
                <a:cs typeface="KEBIPQ+Trebuchet MS"/>
              </a:rPr>
              <a:t> </a:t>
            </a:r>
            <a:r>
              <a:rPr sz="2400" dirty="0">
                <a:solidFill>
                  <a:srgbClr val="404040"/>
                </a:solidFill>
                <a:latin typeface="KEBIPQ+Trebuchet MS"/>
                <a:cs typeface="KEBIPQ+Trebuchet MS"/>
              </a:rPr>
              <a:t>zločinci</a:t>
            </a:r>
            <a:r>
              <a:rPr sz="2400" spc="-26" dirty="0">
                <a:solidFill>
                  <a:srgbClr val="404040"/>
                </a:solidFill>
                <a:latin typeface="KEBIPQ+Trebuchet MS"/>
                <a:cs typeface="KEBIPQ+Trebuchet MS"/>
              </a:rPr>
              <a:t> </a:t>
            </a:r>
            <a:r>
              <a:rPr sz="2400" dirty="0">
                <a:solidFill>
                  <a:srgbClr val="404040"/>
                </a:solidFill>
                <a:latin typeface="KEBIPQ+Trebuchet MS"/>
                <a:cs typeface="KEBIPQ+Trebuchet MS"/>
              </a:rPr>
              <a:t>mlčali,</a:t>
            </a:r>
            <a:r>
              <a:rPr sz="2400" spc="48" dirty="0">
                <a:solidFill>
                  <a:srgbClr val="404040"/>
                </a:solidFill>
                <a:latin typeface="KEBIPQ+Trebuchet MS"/>
                <a:cs typeface="KEBIPQ+Trebuchet MS"/>
              </a:rPr>
              <a:t> </a:t>
            </a:r>
            <a:r>
              <a:rPr sz="2400" dirty="0" err="1">
                <a:solidFill>
                  <a:srgbClr val="404040"/>
                </a:solidFill>
                <a:latin typeface="KEBIPQ+Trebuchet MS"/>
                <a:cs typeface="KEBIPQ+Trebuchet MS"/>
              </a:rPr>
              <a:t>tak</a:t>
            </a:r>
            <a:r>
              <a:rPr sz="2400" dirty="0">
                <a:solidFill>
                  <a:srgbClr val="404040"/>
                </a:solidFill>
                <a:latin typeface="KEBIPQ+Trebuchet MS"/>
                <a:cs typeface="KEBIPQ+Trebuchet MS"/>
              </a:rPr>
              <a:t> </a:t>
            </a:r>
            <a:r>
              <a:rPr sz="2400" dirty="0" err="1" smtClean="0">
                <a:solidFill>
                  <a:srgbClr val="404040"/>
                </a:solidFill>
                <a:latin typeface="KEBIPQ+Trebuchet MS"/>
                <a:cs typeface="KEBIPQ+Trebuchet MS"/>
              </a:rPr>
              <a:t>úhrn</a:t>
            </a:r>
            <a:r>
              <a:rPr lang="sk-SK" sz="2400" dirty="0" smtClean="0">
                <a:solidFill>
                  <a:srgbClr val="404040"/>
                </a:solidFill>
                <a:latin typeface="KEBIPQ+Trebuchet MS"/>
                <a:cs typeface="KEBIPQ+Trebuchet MS"/>
              </a:rPr>
              <a:t> </a:t>
            </a:r>
            <a:r>
              <a:rPr sz="2400" dirty="0" err="1" smtClean="0">
                <a:solidFill>
                  <a:srgbClr val="404040"/>
                </a:solidFill>
                <a:latin typeface="KEBIPQ+Trebuchet MS"/>
                <a:cs typeface="KEBIPQ+Trebuchet MS"/>
              </a:rPr>
              <a:t>ich</a:t>
            </a:r>
            <a:r>
              <a:rPr sz="2400" spc="11" dirty="0" smtClean="0">
                <a:solidFill>
                  <a:srgbClr val="404040"/>
                </a:solidFill>
                <a:latin typeface="KEBIPQ+Trebuchet MS"/>
                <a:cs typeface="KEBIPQ+Trebuchet MS"/>
              </a:rPr>
              <a:t> </a:t>
            </a:r>
            <a:r>
              <a:rPr sz="2400" dirty="0">
                <a:solidFill>
                  <a:srgbClr val="404040"/>
                </a:solidFill>
                <a:latin typeface="KEBIPQ+Trebuchet MS"/>
                <a:cs typeface="KEBIPQ+Trebuchet MS"/>
              </a:rPr>
              <a:t>trestu</a:t>
            </a:r>
            <a:r>
              <a:rPr sz="2400" spc="-13" dirty="0">
                <a:solidFill>
                  <a:srgbClr val="404040"/>
                </a:solidFill>
                <a:latin typeface="KEBIPQ+Trebuchet MS"/>
                <a:cs typeface="KEBIPQ+Trebuchet MS"/>
              </a:rPr>
              <a:t> </a:t>
            </a:r>
            <a:r>
              <a:rPr sz="2400" spc="10" dirty="0">
                <a:solidFill>
                  <a:srgbClr val="404040"/>
                </a:solidFill>
                <a:latin typeface="KEBIPQ+Trebuchet MS"/>
                <a:cs typeface="KEBIPQ+Trebuchet MS"/>
              </a:rPr>
              <a:t>je</a:t>
            </a:r>
            <a:r>
              <a:rPr sz="2400" spc="-22" dirty="0">
                <a:solidFill>
                  <a:srgbClr val="404040"/>
                </a:solidFill>
                <a:latin typeface="KEBIPQ+Trebuchet MS"/>
                <a:cs typeface="KEBIPQ+Trebuchet MS"/>
              </a:rPr>
              <a:t> </a:t>
            </a:r>
            <a:r>
              <a:rPr sz="2400" dirty="0">
                <a:solidFill>
                  <a:srgbClr val="404040"/>
                </a:solidFill>
                <a:latin typeface="KEBIPQ+Trebuchet MS"/>
                <a:cs typeface="KEBIPQ+Trebuchet MS"/>
              </a:rPr>
              <a:t>spolu iba jeden</a:t>
            </a:r>
            <a:r>
              <a:rPr sz="2400" spc="-14" dirty="0">
                <a:solidFill>
                  <a:srgbClr val="404040"/>
                </a:solidFill>
                <a:latin typeface="KEBIPQ+Trebuchet MS"/>
                <a:cs typeface="KEBIPQ+Trebuchet MS"/>
              </a:rPr>
              <a:t> </a:t>
            </a:r>
            <a:r>
              <a:rPr sz="2400" dirty="0">
                <a:solidFill>
                  <a:srgbClr val="404040"/>
                </a:solidFill>
                <a:latin typeface="KEBIPQ+Trebuchet MS"/>
                <a:cs typeface="KEBIPQ+Trebuchet MS"/>
              </a:rPr>
              <a:t>rok</a:t>
            </a:r>
            <a:r>
              <a:rPr sz="2400" spc="16" dirty="0">
                <a:solidFill>
                  <a:srgbClr val="404040"/>
                </a:solidFill>
                <a:latin typeface="KEBIPQ+Trebuchet MS"/>
                <a:cs typeface="KEBIPQ+Trebuchet MS"/>
              </a:rPr>
              <a:t> </a:t>
            </a:r>
            <a:r>
              <a:rPr sz="2400" dirty="0">
                <a:solidFill>
                  <a:srgbClr val="404040"/>
                </a:solidFill>
                <a:latin typeface="KEBIPQ+Trebuchet MS"/>
                <a:cs typeface="KEBIPQ+Trebuchet MS"/>
              </a:rPr>
              <a:t>väzenia,</a:t>
            </a:r>
            <a:r>
              <a:rPr sz="2400" spc="19" dirty="0">
                <a:solidFill>
                  <a:srgbClr val="404040"/>
                </a:solidFill>
                <a:latin typeface="KEBIPQ+Trebuchet MS"/>
                <a:cs typeface="KEBIPQ+Trebuchet MS"/>
              </a:rPr>
              <a:t> </a:t>
            </a:r>
            <a:r>
              <a:rPr sz="2400" dirty="0">
                <a:solidFill>
                  <a:srgbClr val="404040"/>
                </a:solidFill>
                <a:latin typeface="KEBIPQ+Trebuchet MS"/>
                <a:cs typeface="KEBIPQ+Trebuchet MS"/>
              </a:rPr>
              <a:t>zatiaľ čo</a:t>
            </a:r>
            <a:r>
              <a:rPr sz="2400" spc="-23" dirty="0">
                <a:solidFill>
                  <a:srgbClr val="404040"/>
                </a:solidFill>
                <a:latin typeface="KEBIPQ+Trebuchet MS"/>
                <a:cs typeface="KEBIPQ+Trebuchet MS"/>
              </a:rPr>
              <a:t> </a:t>
            </a:r>
            <a:r>
              <a:rPr sz="2400" dirty="0">
                <a:solidFill>
                  <a:srgbClr val="404040"/>
                </a:solidFill>
                <a:latin typeface="KEBIPQ+Trebuchet MS"/>
                <a:cs typeface="KEBIPQ+Trebuchet MS"/>
              </a:rPr>
              <a:t>v</a:t>
            </a:r>
            <a:r>
              <a:rPr sz="2400" spc="13" dirty="0">
                <a:solidFill>
                  <a:srgbClr val="404040"/>
                </a:solidFill>
                <a:latin typeface="KEBIPQ+Trebuchet MS"/>
                <a:cs typeface="KEBIPQ+Trebuchet MS"/>
              </a:rPr>
              <a:t> </a:t>
            </a:r>
            <a:r>
              <a:rPr sz="2400" dirty="0" err="1">
                <a:solidFill>
                  <a:srgbClr val="404040"/>
                </a:solidFill>
                <a:latin typeface="KEBIPQ+Trebuchet MS"/>
                <a:cs typeface="KEBIPQ+Trebuchet MS"/>
              </a:rPr>
              <a:t>ostatných</a:t>
            </a:r>
            <a:r>
              <a:rPr sz="2400" spc="10" dirty="0">
                <a:solidFill>
                  <a:srgbClr val="404040"/>
                </a:solidFill>
                <a:latin typeface="KEBIPQ+Trebuchet MS"/>
                <a:cs typeface="KEBIPQ+Trebuchet MS"/>
              </a:rPr>
              <a:t> </a:t>
            </a:r>
            <a:r>
              <a:rPr sz="2400" dirty="0" err="1" smtClean="0">
                <a:solidFill>
                  <a:srgbClr val="404040"/>
                </a:solidFill>
                <a:latin typeface="KEBIPQ+Trebuchet MS"/>
                <a:cs typeface="KEBIPQ+Trebuchet MS"/>
              </a:rPr>
              <a:t>prípadoch</a:t>
            </a:r>
            <a:r>
              <a:rPr lang="sk-SK" sz="2400" dirty="0" smtClean="0">
                <a:solidFill>
                  <a:srgbClr val="404040"/>
                </a:solidFill>
                <a:latin typeface="KEBIPQ+Trebuchet MS"/>
                <a:cs typeface="KEBIPQ+Trebuchet MS"/>
              </a:rPr>
              <a:t> </a:t>
            </a:r>
            <a:r>
              <a:rPr sz="2400" dirty="0" err="1" smtClean="0">
                <a:solidFill>
                  <a:srgbClr val="404040"/>
                </a:solidFill>
                <a:latin typeface="KEBIPQ+Trebuchet MS"/>
                <a:cs typeface="KEBIPQ+Trebuchet MS"/>
              </a:rPr>
              <a:t>tento</a:t>
            </a:r>
            <a:r>
              <a:rPr sz="2400" spc="-22" dirty="0" smtClean="0">
                <a:solidFill>
                  <a:srgbClr val="404040"/>
                </a:solidFill>
                <a:latin typeface="KEBIPQ+Trebuchet MS"/>
                <a:cs typeface="KEBIPQ+Trebuchet MS"/>
              </a:rPr>
              <a:t> </a:t>
            </a:r>
            <a:r>
              <a:rPr sz="2400" dirty="0">
                <a:solidFill>
                  <a:srgbClr val="404040"/>
                </a:solidFill>
                <a:latin typeface="KEBIPQ+Trebuchet MS"/>
                <a:cs typeface="KEBIPQ+Trebuchet MS"/>
              </a:rPr>
              <a:t>úhrn činí vždy</a:t>
            </a:r>
            <a:r>
              <a:rPr sz="2400" spc="-15" dirty="0">
                <a:solidFill>
                  <a:srgbClr val="404040"/>
                </a:solidFill>
                <a:latin typeface="KEBIPQ+Trebuchet MS"/>
                <a:cs typeface="KEBIPQ+Trebuchet MS"/>
              </a:rPr>
              <a:t> </a:t>
            </a:r>
            <a:r>
              <a:rPr sz="2400" dirty="0">
                <a:solidFill>
                  <a:srgbClr val="404040"/>
                </a:solidFill>
                <a:latin typeface="KEBIPQ+Trebuchet MS"/>
                <a:cs typeface="KEBIPQ+Trebuchet MS"/>
              </a:rPr>
              <a:t>10 </a:t>
            </a:r>
            <a:r>
              <a:rPr sz="2400" spc="-41" dirty="0" err="1" smtClean="0">
                <a:solidFill>
                  <a:srgbClr val="404040"/>
                </a:solidFill>
                <a:latin typeface="KEBIPQ+Trebuchet MS"/>
                <a:cs typeface="KEBIPQ+Trebuchet MS"/>
              </a:rPr>
              <a:t>rokov</a:t>
            </a:r>
            <a:endParaRPr sz="2400" spc="-41" dirty="0">
              <a:solidFill>
                <a:srgbClr val="404040"/>
              </a:solidFill>
              <a:latin typeface="KEBIPQ+Trebuchet MS"/>
              <a:cs typeface="KEBIPQ+Trebuchet MS"/>
            </a:endParaRPr>
          </a:p>
        </p:txBody>
      </p:sp>
    </p:spTree>
    <p:extLst>
      <p:ext uri="{BB962C8B-B14F-4D97-AF65-F5344CB8AC3E}">
        <p14:creationId xmlns:p14="http://schemas.microsoft.com/office/powerpoint/2010/main" val="2842323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719736" y="671668"/>
            <a:ext cx="5670067" cy="538609"/>
          </a:xfrm>
          <a:prstGeom prst="rect">
            <a:avLst/>
          </a:prstGeom>
        </p:spPr>
        <p:txBody>
          <a:bodyPr vert="horz" wrap="square" lIns="0" tIns="0" rIns="0" bIns="0" rtlCol="0">
            <a:spAutoFit/>
          </a:bodyPr>
          <a:lstStyle/>
          <a:p>
            <a:pPr marL="0" marR="0">
              <a:lnSpc>
                <a:spcPts val="4180"/>
              </a:lnSpc>
              <a:spcBef>
                <a:spcPts val="0"/>
              </a:spcBef>
              <a:spcAft>
                <a:spcPts val="0"/>
              </a:spcAft>
            </a:pPr>
            <a:r>
              <a:rPr sz="3600" dirty="0" err="1">
                <a:solidFill>
                  <a:srgbClr val="5FCBEF"/>
                </a:solidFill>
                <a:latin typeface="KEBIPQ+Trebuchet MS"/>
                <a:cs typeface="KEBIPQ+Trebuchet MS"/>
              </a:rPr>
              <a:t>Manželský</a:t>
            </a:r>
            <a:r>
              <a:rPr sz="3600" dirty="0">
                <a:solidFill>
                  <a:srgbClr val="5FCBEF"/>
                </a:solidFill>
                <a:latin typeface="KEBIPQ+Trebuchet MS"/>
                <a:cs typeface="KEBIPQ+Trebuchet MS"/>
              </a:rPr>
              <a:t> </a:t>
            </a:r>
            <a:r>
              <a:rPr sz="3600" dirty="0" smtClean="0">
                <a:solidFill>
                  <a:srgbClr val="5FCBEF"/>
                </a:solidFill>
                <a:latin typeface="KEBIPQ+Trebuchet MS"/>
                <a:cs typeface="KEBIPQ+Trebuchet MS"/>
              </a:rPr>
              <a:t>s</a:t>
            </a:r>
            <a:r>
              <a:rPr lang="sk-SK" sz="3600" dirty="0" err="1" smtClean="0">
                <a:solidFill>
                  <a:srgbClr val="5FCBEF"/>
                </a:solidFill>
                <a:latin typeface="KEBIPQ+Trebuchet MS"/>
                <a:cs typeface="KEBIPQ+Trebuchet MS"/>
              </a:rPr>
              <a:t>por</a:t>
            </a:r>
            <a:endParaRPr sz="3600" dirty="0">
              <a:solidFill>
                <a:srgbClr val="5FCBEF"/>
              </a:solidFill>
              <a:latin typeface="KEBIPQ+Trebuchet MS"/>
              <a:cs typeface="KEBIPQ+Trebuchet MS"/>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231472"/>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359697" y="848614"/>
            <a:ext cx="6480720" cy="923330"/>
          </a:xfrm>
          <a:prstGeom prst="rect">
            <a:avLst/>
          </a:prstGeom>
        </p:spPr>
        <p:txBody>
          <a:bodyPr vert="horz" wrap="square" lIns="0" tIns="0" rIns="0" bIns="0" rtlCol="0">
            <a:spAutoFit/>
          </a:bodyPr>
          <a:lstStyle/>
          <a:p>
            <a:pPr marL="0" marR="0">
              <a:spcBef>
                <a:spcPts val="0"/>
              </a:spcBef>
              <a:spcAft>
                <a:spcPts val="0"/>
              </a:spcAft>
            </a:pPr>
            <a:r>
              <a:rPr sz="1350" dirty="0">
                <a:solidFill>
                  <a:srgbClr val="5FCBEF"/>
                </a:solidFill>
                <a:latin typeface="SDUHJH+Arial"/>
                <a:cs typeface="SDUHJH+Arial"/>
              </a:rPr>
              <a:t>•</a:t>
            </a:r>
            <a:r>
              <a:rPr sz="1350" spc="1904" dirty="0">
                <a:solidFill>
                  <a:srgbClr val="5FCBEF"/>
                </a:solidFill>
                <a:latin typeface="Times New Roman"/>
                <a:cs typeface="Times New Roman"/>
              </a:rPr>
              <a:t> </a:t>
            </a:r>
            <a:r>
              <a:rPr sz="2000" dirty="0">
                <a:solidFill>
                  <a:srgbClr val="404040"/>
                </a:solidFill>
                <a:latin typeface="TUJTQB+Trebuchet MS"/>
                <a:cs typeface="TUJTQB+Trebuchet MS"/>
              </a:rPr>
              <a:t>obidvaja</a:t>
            </a:r>
            <a:r>
              <a:rPr sz="2000" spc="-17" dirty="0">
                <a:solidFill>
                  <a:srgbClr val="404040"/>
                </a:solidFill>
                <a:latin typeface="TUJTQB+Trebuchet MS"/>
                <a:cs typeface="TUJTQB+Trebuchet MS"/>
              </a:rPr>
              <a:t> </a:t>
            </a:r>
            <a:r>
              <a:rPr sz="2000" dirty="0">
                <a:solidFill>
                  <a:srgbClr val="404040"/>
                </a:solidFill>
                <a:latin typeface="KEBIPQ+Trebuchet MS"/>
                <a:cs typeface="KEBIPQ+Trebuchet MS"/>
              </a:rPr>
              <a:t>manželia</a:t>
            </a:r>
            <a:r>
              <a:rPr sz="2000" spc="-44" dirty="0">
                <a:solidFill>
                  <a:srgbClr val="404040"/>
                </a:solidFill>
                <a:latin typeface="KEBIPQ+Trebuchet MS"/>
                <a:cs typeface="KEBIPQ+Trebuchet MS"/>
              </a:rPr>
              <a:t> </a:t>
            </a:r>
            <a:r>
              <a:rPr sz="2000" dirty="0" err="1">
                <a:solidFill>
                  <a:srgbClr val="404040"/>
                </a:solidFill>
                <a:latin typeface="KEBIPQ+Trebuchet MS"/>
                <a:cs typeface="KEBIPQ+Trebuchet MS"/>
              </a:rPr>
              <a:t>prejavujú</a:t>
            </a:r>
            <a:r>
              <a:rPr sz="2000" spc="-55" dirty="0">
                <a:solidFill>
                  <a:srgbClr val="404040"/>
                </a:solidFill>
                <a:latin typeface="KEBIPQ+Trebuchet MS"/>
                <a:cs typeface="KEBIPQ+Trebuchet MS"/>
              </a:rPr>
              <a:t> </a:t>
            </a:r>
            <a:r>
              <a:rPr sz="2000" dirty="0" err="1" smtClean="0">
                <a:solidFill>
                  <a:srgbClr val="404040"/>
                </a:solidFill>
                <a:latin typeface="KEBIPQ+Trebuchet MS"/>
                <a:cs typeface="KEBIPQ+Trebuchet MS"/>
              </a:rPr>
              <a:t>rôzne</a:t>
            </a:r>
            <a:r>
              <a:rPr lang="sk-SK" sz="2000" dirty="0" smtClean="0">
                <a:solidFill>
                  <a:srgbClr val="404040"/>
                </a:solidFill>
                <a:latin typeface="KEBIPQ+Trebuchet MS"/>
                <a:cs typeface="KEBIPQ+Trebuchet MS"/>
              </a:rPr>
              <a:t> </a:t>
            </a:r>
            <a:r>
              <a:rPr sz="2000" dirty="0" err="1" smtClean="0">
                <a:solidFill>
                  <a:srgbClr val="404040"/>
                </a:solidFill>
                <a:latin typeface="KEBIPQ+Trebuchet MS"/>
                <a:cs typeface="KEBIPQ+Trebuchet MS"/>
              </a:rPr>
              <a:t>preferencie</a:t>
            </a:r>
            <a:r>
              <a:rPr sz="2000" spc="-78" dirty="0" smtClean="0">
                <a:solidFill>
                  <a:srgbClr val="404040"/>
                </a:solidFill>
                <a:latin typeface="KEBIPQ+Trebuchet MS"/>
                <a:cs typeface="KEBIPQ+Trebuchet MS"/>
              </a:rPr>
              <a:t> </a:t>
            </a:r>
            <a:r>
              <a:rPr sz="2000" dirty="0">
                <a:solidFill>
                  <a:srgbClr val="404040"/>
                </a:solidFill>
                <a:latin typeface="KEBIPQ+Trebuchet MS"/>
                <a:cs typeface="KEBIPQ+Trebuchet MS"/>
              </a:rPr>
              <a:t>trávenia</a:t>
            </a:r>
            <a:r>
              <a:rPr sz="2000" spc="-44" dirty="0">
                <a:solidFill>
                  <a:srgbClr val="404040"/>
                </a:solidFill>
                <a:latin typeface="KEBIPQ+Trebuchet MS"/>
                <a:cs typeface="KEBIPQ+Trebuchet MS"/>
              </a:rPr>
              <a:t> </a:t>
            </a:r>
            <a:r>
              <a:rPr sz="2000" dirty="0" err="1">
                <a:solidFill>
                  <a:srgbClr val="404040"/>
                </a:solidFill>
                <a:latin typeface="KEBIPQ+Trebuchet MS"/>
                <a:cs typeface="KEBIPQ+Trebuchet MS"/>
              </a:rPr>
              <a:t>spoločného</a:t>
            </a:r>
            <a:r>
              <a:rPr sz="2000" spc="-56" dirty="0">
                <a:solidFill>
                  <a:srgbClr val="404040"/>
                </a:solidFill>
                <a:latin typeface="KEBIPQ+Trebuchet MS"/>
                <a:cs typeface="KEBIPQ+Trebuchet MS"/>
              </a:rPr>
              <a:t> </a:t>
            </a:r>
            <a:r>
              <a:rPr sz="2000" dirty="0" err="1" smtClean="0">
                <a:solidFill>
                  <a:srgbClr val="404040"/>
                </a:solidFill>
                <a:latin typeface="KEBIPQ+Trebuchet MS"/>
                <a:cs typeface="KEBIPQ+Trebuchet MS"/>
              </a:rPr>
              <a:t>voľného</a:t>
            </a:r>
            <a:r>
              <a:rPr lang="sk-SK" sz="2000" dirty="0" smtClean="0">
                <a:solidFill>
                  <a:srgbClr val="404040"/>
                </a:solidFill>
                <a:latin typeface="KEBIPQ+Trebuchet MS"/>
                <a:cs typeface="KEBIPQ+Trebuchet MS"/>
              </a:rPr>
              <a:t> </a:t>
            </a:r>
            <a:r>
              <a:rPr sz="2000" dirty="0" err="1" smtClean="0">
                <a:solidFill>
                  <a:srgbClr val="404040"/>
                </a:solidFill>
                <a:latin typeface="KEBIPQ+Trebuchet MS"/>
                <a:cs typeface="KEBIPQ+Trebuchet MS"/>
              </a:rPr>
              <a:t>času</a:t>
            </a:r>
            <a:r>
              <a:rPr sz="2000" dirty="0">
                <a:solidFill>
                  <a:srgbClr val="404040"/>
                </a:solidFill>
                <a:latin typeface="KEBIPQ+Trebuchet MS"/>
                <a:cs typeface="KEBIPQ+Trebuchet MS"/>
              </a:rPr>
              <a:t>,</a:t>
            </a:r>
            <a:r>
              <a:rPr sz="2000" spc="-33" dirty="0">
                <a:solidFill>
                  <a:srgbClr val="404040"/>
                </a:solidFill>
                <a:latin typeface="KEBIPQ+Trebuchet MS"/>
                <a:cs typeface="KEBIPQ+Trebuchet MS"/>
              </a:rPr>
              <a:t> </a:t>
            </a:r>
            <a:r>
              <a:rPr sz="2000" dirty="0">
                <a:solidFill>
                  <a:srgbClr val="404040"/>
                </a:solidFill>
                <a:latin typeface="KEBIPQ+Trebuchet MS"/>
                <a:cs typeface="KEBIPQ+Trebuchet MS"/>
              </a:rPr>
              <a:t>ona</a:t>
            </a:r>
            <a:r>
              <a:rPr sz="2000" spc="-14" dirty="0">
                <a:solidFill>
                  <a:srgbClr val="404040"/>
                </a:solidFill>
                <a:latin typeface="KEBIPQ+Trebuchet MS"/>
                <a:cs typeface="KEBIPQ+Trebuchet MS"/>
              </a:rPr>
              <a:t> </a:t>
            </a:r>
            <a:r>
              <a:rPr sz="2000" dirty="0">
                <a:solidFill>
                  <a:srgbClr val="404040"/>
                </a:solidFill>
                <a:latin typeface="KEBIPQ+Trebuchet MS"/>
                <a:cs typeface="KEBIPQ+Trebuchet MS"/>
              </a:rPr>
              <a:t>chce ísť</a:t>
            </a:r>
            <a:r>
              <a:rPr sz="2000" spc="-12" dirty="0">
                <a:solidFill>
                  <a:srgbClr val="404040"/>
                </a:solidFill>
                <a:latin typeface="KEBIPQ+Trebuchet MS"/>
                <a:cs typeface="KEBIPQ+Trebuchet MS"/>
              </a:rPr>
              <a:t> </a:t>
            </a:r>
            <a:r>
              <a:rPr sz="2000" dirty="0">
                <a:solidFill>
                  <a:srgbClr val="404040"/>
                </a:solidFill>
                <a:latin typeface="KEBIPQ+Trebuchet MS"/>
                <a:cs typeface="KEBIPQ+Trebuchet MS"/>
              </a:rPr>
              <a:t>na</a:t>
            </a:r>
            <a:r>
              <a:rPr sz="2000" spc="-18" dirty="0">
                <a:solidFill>
                  <a:srgbClr val="404040"/>
                </a:solidFill>
                <a:latin typeface="KEBIPQ+Trebuchet MS"/>
                <a:cs typeface="KEBIPQ+Trebuchet MS"/>
              </a:rPr>
              <a:t> </a:t>
            </a:r>
            <a:r>
              <a:rPr sz="2000" dirty="0">
                <a:solidFill>
                  <a:srgbClr val="404040"/>
                </a:solidFill>
                <a:latin typeface="KEBIPQ+Trebuchet MS"/>
                <a:cs typeface="KEBIPQ+Trebuchet MS"/>
              </a:rPr>
              <a:t>balet,</a:t>
            </a:r>
            <a:r>
              <a:rPr sz="2000" spc="-39" dirty="0">
                <a:solidFill>
                  <a:srgbClr val="404040"/>
                </a:solidFill>
                <a:latin typeface="KEBIPQ+Trebuchet MS"/>
                <a:cs typeface="KEBIPQ+Trebuchet MS"/>
              </a:rPr>
              <a:t> </a:t>
            </a:r>
            <a:r>
              <a:rPr sz="2000" dirty="0">
                <a:solidFill>
                  <a:srgbClr val="404040"/>
                </a:solidFill>
                <a:latin typeface="KEBIPQ+Trebuchet MS"/>
                <a:cs typeface="KEBIPQ+Trebuchet MS"/>
              </a:rPr>
              <a:t>on </a:t>
            </a:r>
            <a:r>
              <a:rPr sz="2000" spc="11" dirty="0">
                <a:solidFill>
                  <a:srgbClr val="404040"/>
                </a:solidFill>
                <a:latin typeface="KEBIPQ+Trebuchet MS"/>
                <a:cs typeface="KEBIPQ+Trebuchet MS"/>
              </a:rPr>
              <a:t>by</a:t>
            </a:r>
            <a:r>
              <a:rPr sz="2000" spc="-17" dirty="0">
                <a:solidFill>
                  <a:srgbClr val="404040"/>
                </a:solidFill>
                <a:latin typeface="KEBIPQ+Trebuchet MS"/>
                <a:cs typeface="KEBIPQ+Trebuchet MS"/>
              </a:rPr>
              <a:t> </a:t>
            </a:r>
            <a:r>
              <a:rPr sz="2000" dirty="0" err="1">
                <a:solidFill>
                  <a:srgbClr val="404040"/>
                </a:solidFill>
                <a:latin typeface="KEBIPQ+Trebuchet MS"/>
                <a:cs typeface="KEBIPQ+Trebuchet MS"/>
              </a:rPr>
              <a:t>si</a:t>
            </a:r>
            <a:r>
              <a:rPr sz="2000" spc="-17" dirty="0">
                <a:solidFill>
                  <a:srgbClr val="404040"/>
                </a:solidFill>
                <a:latin typeface="KEBIPQ+Trebuchet MS"/>
                <a:cs typeface="KEBIPQ+Trebuchet MS"/>
              </a:rPr>
              <a:t> </a:t>
            </a:r>
            <a:r>
              <a:rPr sz="2000" dirty="0" err="1" smtClean="0">
                <a:solidFill>
                  <a:srgbClr val="404040"/>
                </a:solidFill>
                <a:latin typeface="KEBIPQ+Trebuchet MS"/>
                <a:cs typeface="KEBIPQ+Trebuchet MS"/>
              </a:rPr>
              <a:t>šiel</a:t>
            </a:r>
            <a:r>
              <a:rPr lang="sk-SK" sz="2000" dirty="0" smtClean="0">
                <a:solidFill>
                  <a:srgbClr val="404040"/>
                </a:solidFill>
                <a:latin typeface="KEBIPQ+Trebuchet MS"/>
                <a:cs typeface="KEBIPQ+Trebuchet MS"/>
              </a:rPr>
              <a:t> </a:t>
            </a:r>
            <a:r>
              <a:rPr sz="2000" dirty="0" err="1" smtClean="0">
                <a:solidFill>
                  <a:srgbClr val="404040"/>
                </a:solidFill>
                <a:latin typeface="KEBIPQ+Trebuchet MS"/>
                <a:cs typeface="KEBIPQ+Trebuchet MS"/>
              </a:rPr>
              <a:t>radšej</a:t>
            </a:r>
            <a:r>
              <a:rPr sz="2000" spc="-37" dirty="0" smtClean="0">
                <a:solidFill>
                  <a:srgbClr val="404040"/>
                </a:solidFill>
                <a:latin typeface="KEBIPQ+Trebuchet MS"/>
                <a:cs typeface="KEBIPQ+Trebuchet MS"/>
              </a:rPr>
              <a:t> </a:t>
            </a:r>
            <a:r>
              <a:rPr sz="2000" dirty="0">
                <a:solidFill>
                  <a:srgbClr val="404040"/>
                </a:solidFill>
                <a:latin typeface="KEBIPQ+Trebuchet MS"/>
                <a:cs typeface="KEBIPQ+Trebuchet MS"/>
              </a:rPr>
              <a:t>zabehať</a:t>
            </a:r>
          </a:p>
        </p:txBody>
      </p:sp>
      <p:sp>
        <p:nvSpPr>
          <p:cNvPr id="5" name="object 5"/>
          <p:cNvSpPr txBox="1"/>
          <p:nvPr/>
        </p:nvSpPr>
        <p:spPr>
          <a:xfrm>
            <a:off x="3359697" y="2004171"/>
            <a:ext cx="6480719" cy="615553"/>
          </a:xfrm>
          <a:prstGeom prst="rect">
            <a:avLst/>
          </a:prstGeom>
        </p:spPr>
        <p:txBody>
          <a:bodyPr vert="horz" wrap="square" lIns="0" tIns="0" rIns="0" bIns="0" rtlCol="0">
            <a:spAutoFit/>
          </a:bodyPr>
          <a:lstStyle/>
          <a:p>
            <a:pPr marL="0" marR="0">
              <a:spcBef>
                <a:spcPts val="0"/>
              </a:spcBef>
              <a:spcAft>
                <a:spcPts val="0"/>
              </a:spcAft>
            </a:pPr>
            <a:r>
              <a:rPr sz="1350" dirty="0">
                <a:solidFill>
                  <a:srgbClr val="5FCBEF"/>
                </a:solidFill>
                <a:latin typeface="SDUHJH+Arial"/>
                <a:cs typeface="SDUHJH+Arial"/>
              </a:rPr>
              <a:t>•</a:t>
            </a:r>
            <a:r>
              <a:rPr sz="1350" spc="1904" dirty="0">
                <a:solidFill>
                  <a:srgbClr val="5FCBEF"/>
                </a:solidFill>
                <a:latin typeface="Times New Roman"/>
                <a:cs typeface="Times New Roman"/>
              </a:rPr>
              <a:t> </a:t>
            </a:r>
            <a:r>
              <a:rPr sz="2000" dirty="0">
                <a:solidFill>
                  <a:srgbClr val="404040"/>
                </a:solidFill>
                <a:latin typeface="TUJTQB+Trebuchet MS"/>
                <a:cs typeface="TUJTQB+Trebuchet MS"/>
              </a:rPr>
              <a:t>m</a:t>
            </a:r>
            <a:r>
              <a:rPr sz="2000" dirty="0">
                <a:solidFill>
                  <a:srgbClr val="404040"/>
                </a:solidFill>
                <a:latin typeface="KEBIPQ+Trebuchet MS"/>
                <a:cs typeface="KEBIPQ+Trebuchet MS"/>
              </a:rPr>
              <a:t>ožnosťou</a:t>
            </a:r>
            <a:r>
              <a:rPr sz="2000" spc="-26" dirty="0">
                <a:solidFill>
                  <a:srgbClr val="404040"/>
                </a:solidFill>
                <a:latin typeface="KEBIPQ+Trebuchet MS"/>
                <a:cs typeface="KEBIPQ+Trebuchet MS"/>
              </a:rPr>
              <a:t> </a:t>
            </a:r>
            <a:r>
              <a:rPr sz="2000" dirty="0">
                <a:solidFill>
                  <a:srgbClr val="404040"/>
                </a:solidFill>
                <a:latin typeface="KEBIPQ+Trebuchet MS"/>
                <a:cs typeface="KEBIPQ+Trebuchet MS"/>
              </a:rPr>
              <a:t>spoločného</a:t>
            </a:r>
            <a:r>
              <a:rPr sz="2000" spc="-57" dirty="0">
                <a:solidFill>
                  <a:srgbClr val="404040"/>
                </a:solidFill>
                <a:latin typeface="KEBIPQ+Trebuchet MS"/>
                <a:cs typeface="KEBIPQ+Trebuchet MS"/>
              </a:rPr>
              <a:t> </a:t>
            </a:r>
            <a:r>
              <a:rPr sz="2000" dirty="0" err="1">
                <a:solidFill>
                  <a:srgbClr val="404040"/>
                </a:solidFill>
                <a:latin typeface="KEBIPQ+Trebuchet MS"/>
                <a:cs typeface="KEBIPQ+Trebuchet MS"/>
              </a:rPr>
              <a:t>trávenia</a:t>
            </a:r>
            <a:r>
              <a:rPr sz="2000" spc="-41" dirty="0">
                <a:solidFill>
                  <a:srgbClr val="404040"/>
                </a:solidFill>
                <a:latin typeface="KEBIPQ+Trebuchet MS"/>
                <a:cs typeface="KEBIPQ+Trebuchet MS"/>
              </a:rPr>
              <a:t> </a:t>
            </a:r>
            <a:r>
              <a:rPr sz="2000" dirty="0" err="1" smtClean="0">
                <a:solidFill>
                  <a:srgbClr val="404040"/>
                </a:solidFill>
                <a:latin typeface="KEBIPQ+Trebuchet MS"/>
                <a:cs typeface="KEBIPQ+Trebuchet MS"/>
              </a:rPr>
              <a:t>voľného</a:t>
            </a:r>
            <a:r>
              <a:rPr lang="sk-SK" sz="2000" dirty="0" smtClean="0">
                <a:solidFill>
                  <a:srgbClr val="404040"/>
                </a:solidFill>
                <a:latin typeface="KEBIPQ+Trebuchet MS"/>
                <a:cs typeface="KEBIPQ+Trebuchet MS"/>
              </a:rPr>
              <a:t> </a:t>
            </a:r>
            <a:r>
              <a:rPr sz="2000" dirty="0" err="1" smtClean="0">
                <a:solidFill>
                  <a:srgbClr val="404040"/>
                </a:solidFill>
                <a:latin typeface="KEBIPQ+Trebuchet MS"/>
                <a:cs typeface="KEBIPQ+Trebuchet MS"/>
              </a:rPr>
              <a:t>času</a:t>
            </a:r>
            <a:r>
              <a:rPr sz="2000" spc="-26" dirty="0" smtClean="0">
                <a:solidFill>
                  <a:srgbClr val="404040"/>
                </a:solidFill>
                <a:latin typeface="KEBIPQ+Trebuchet MS"/>
                <a:cs typeface="KEBIPQ+Trebuchet MS"/>
              </a:rPr>
              <a:t> </a:t>
            </a:r>
            <a:r>
              <a:rPr sz="2000" dirty="0">
                <a:solidFill>
                  <a:srgbClr val="404040"/>
                </a:solidFill>
                <a:latin typeface="KEBIPQ+Trebuchet MS"/>
                <a:cs typeface="KEBIPQ+Trebuchet MS"/>
              </a:rPr>
              <a:t>je obeta</a:t>
            </a:r>
            <a:r>
              <a:rPr sz="2000" spc="-21" dirty="0">
                <a:solidFill>
                  <a:srgbClr val="404040"/>
                </a:solidFill>
                <a:latin typeface="KEBIPQ+Trebuchet MS"/>
                <a:cs typeface="KEBIPQ+Trebuchet MS"/>
              </a:rPr>
              <a:t> </a:t>
            </a:r>
            <a:r>
              <a:rPr sz="2000" dirty="0">
                <a:solidFill>
                  <a:srgbClr val="404040"/>
                </a:solidFill>
                <a:latin typeface="KEBIPQ+Trebuchet MS"/>
                <a:cs typeface="KEBIPQ+Trebuchet MS"/>
              </a:rPr>
              <a:t>jedného</a:t>
            </a:r>
            <a:r>
              <a:rPr sz="2000" spc="-62" dirty="0">
                <a:solidFill>
                  <a:srgbClr val="404040"/>
                </a:solidFill>
                <a:latin typeface="KEBIPQ+Trebuchet MS"/>
                <a:cs typeface="KEBIPQ+Trebuchet MS"/>
              </a:rPr>
              <a:t> </a:t>
            </a:r>
            <a:r>
              <a:rPr sz="2000" dirty="0" err="1">
                <a:solidFill>
                  <a:srgbClr val="404040"/>
                </a:solidFill>
                <a:latin typeface="KEBIPQ+Trebuchet MS"/>
                <a:cs typeface="KEBIPQ+Trebuchet MS"/>
              </a:rPr>
              <a:t>alebo</a:t>
            </a:r>
            <a:r>
              <a:rPr sz="2000" spc="-36" dirty="0">
                <a:solidFill>
                  <a:srgbClr val="404040"/>
                </a:solidFill>
                <a:latin typeface="KEBIPQ+Trebuchet MS"/>
                <a:cs typeface="KEBIPQ+Trebuchet MS"/>
              </a:rPr>
              <a:t> </a:t>
            </a:r>
            <a:r>
              <a:rPr sz="2000" dirty="0" err="1" smtClean="0">
                <a:solidFill>
                  <a:srgbClr val="404040"/>
                </a:solidFill>
                <a:latin typeface="KEBIPQ+Trebuchet MS"/>
                <a:cs typeface="KEBIPQ+Trebuchet MS"/>
              </a:rPr>
              <a:t>obeta</a:t>
            </a:r>
            <a:r>
              <a:rPr lang="sk-SK" sz="2000" dirty="0" smtClean="0">
                <a:solidFill>
                  <a:srgbClr val="404040"/>
                </a:solidFill>
                <a:latin typeface="KEBIPQ+Trebuchet MS"/>
                <a:cs typeface="KEBIPQ+Trebuchet MS"/>
              </a:rPr>
              <a:t> </a:t>
            </a:r>
            <a:r>
              <a:rPr sz="2000" dirty="0" err="1" smtClean="0">
                <a:solidFill>
                  <a:srgbClr val="404040"/>
                </a:solidFill>
                <a:latin typeface="KEBIPQ+Trebuchet MS"/>
                <a:cs typeface="KEBIPQ+Trebuchet MS"/>
              </a:rPr>
              <a:t>druhého</a:t>
            </a:r>
            <a:endParaRPr sz="2000" dirty="0">
              <a:solidFill>
                <a:srgbClr val="404040"/>
              </a:solidFill>
              <a:latin typeface="KEBIPQ+Trebuchet MS"/>
              <a:cs typeface="KEBIPQ+Trebuchet MS"/>
            </a:endParaRPr>
          </a:p>
        </p:txBody>
      </p:sp>
      <p:sp>
        <p:nvSpPr>
          <p:cNvPr id="6" name="object 6"/>
          <p:cNvSpPr txBox="1"/>
          <p:nvPr/>
        </p:nvSpPr>
        <p:spPr>
          <a:xfrm>
            <a:off x="4655840" y="2888742"/>
            <a:ext cx="6696744" cy="615553"/>
          </a:xfrm>
          <a:prstGeom prst="rect">
            <a:avLst/>
          </a:prstGeom>
        </p:spPr>
        <p:txBody>
          <a:bodyPr vert="horz" wrap="square" lIns="0" tIns="0" rIns="0" bIns="0" rtlCol="0">
            <a:spAutoFit/>
          </a:bodyPr>
          <a:lstStyle/>
          <a:p>
            <a:pPr marL="0" marR="0">
              <a:spcBef>
                <a:spcPts val="0"/>
              </a:spcBef>
              <a:spcAft>
                <a:spcPts val="0"/>
              </a:spcAft>
            </a:pPr>
            <a:r>
              <a:rPr sz="1350" dirty="0">
                <a:solidFill>
                  <a:srgbClr val="5FCBEF"/>
                </a:solidFill>
                <a:latin typeface="SDUHJH+Arial"/>
                <a:cs typeface="SDUHJH+Arial"/>
              </a:rPr>
              <a:t>•</a:t>
            </a:r>
            <a:r>
              <a:rPr sz="1350" spc="1904" dirty="0">
                <a:solidFill>
                  <a:srgbClr val="5FCBEF"/>
                </a:solidFill>
                <a:latin typeface="Times New Roman"/>
                <a:cs typeface="Times New Roman"/>
              </a:rPr>
              <a:t> </a:t>
            </a:r>
            <a:r>
              <a:rPr sz="2000" dirty="0">
                <a:solidFill>
                  <a:srgbClr val="404040"/>
                </a:solidFill>
                <a:latin typeface="TUJTQB+Trebuchet MS"/>
                <a:cs typeface="TUJTQB+Trebuchet MS"/>
              </a:rPr>
              <a:t>t</a:t>
            </a:r>
            <a:r>
              <a:rPr sz="2000" dirty="0">
                <a:solidFill>
                  <a:srgbClr val="404040"/>
                </a:solidFill>
                <a:latin typeface="KEBIPQ+Trebuchet MS"/>
                <a:cs typeface="KEBIPQ+Trebuchet MS"/>
              </a:rPr>
              <a:t>rávenie</a:t>
            </a:r>
            <a:r>
              <a:rPr sz="2000" spc="-20" dirty="0">
                <a:solidFill>
                  <a:srgbClr val="404040"/>
                </a:solidFill>
                <a:latin typeface="KEBIPQ+Trebuchet MS"/>
                <a:cs typeface="KEBIPQ+Trebuchet MS"/>
              </a:rPr>
              <a:t> </a:t>
            </a:r>
            <a:r>
              <a:rPr sz="2000" dirty="0">
                <a:solidFill>
                  <a:srgbClr val="404040"/>
                </a:solidFill>
                <a:latin typeface="KEBIPQ+Trebuchet MS"/>
                <a:cs typeface="KEBIPQ+Trebuchet MS"/>
              </a:rPr>
              <a:t>voľného</a:t>
            </a:r>
            <a:r>
              <a:rPr sz="2000" spc="-37" dirty="0">
                <a:solidFill>
                  <a:srgbClr val="404040"/>
                </a:solidFill>
                <a:latin typeface="KEBIPQ+Trebuchet MS"/>
                <a:cs typeface="KEBIPQ+Trebuchet MS"/>
              </a:rPr>
              <a:t> </a:t>
            </a:r>
            <a:r>
              <a:rPr sz="2000" dirty="0">
                <a:solidFill>
                  <a:srgbClr val="404040"/>
                </a:solidFill>
                <a:latin typeface="KEBIPQ+Trebuchet MS"/>
                <a:cs typeface="KEBIPQ+Trebuchet MS"/>
              </a:rPr>
              <a:t>času</a:t>
            </a:r>
            <a:r>
              <a:rPr sz="2000" spc="-26" dirty="0">
                <a:solidFill>
                  <a:srgbClr val="404040"/>
                </a:solidFill>
                <a:latin typeface="KEBIPQ+Trebuchet MS"/>
                <a:cs typeface="KEBIPQ+Trebuchet MS"/>
              </a:rPr>
              <a:t> </a:t>
            </a:r>
            <a:r>
              <a:rPr sz="2000" dirty="0" err="1">
                <a:solidFill>
                  <a:srgbClr val="404040"/>
                </a:solidFill>
                <a:latin typeface="KEBIPQ+Trebuchet MS"/>
                <a:cs typeface="KEBIPQ+Trebuchet MS"/>
              </a:rPr>
              <a:t>osobitne</a:t>
            </a:r>
            <a:r>
              <a:rPr sz="2000" spc="-24" dirty="0">
                <a:solidFill>
                  <a:srgbClr val="404040"/>
                </a:solidFill>
                <a:latin typeface="KEBIPQ+Trebuchet MS"/>
                <a:cs typeface="KEBIPQ+Trebuchet MS"/>
              </a:rPr>
              <a:t> </a:t>
            </a:r>
            <a:r>
              <a:rPr sz="2000" dirty="0" err="1" smtClean="0">
                <a:solidFill>
                  <a:srgbClr val="404040"/>
                </a:solidFill>
                <a:latin typeface="KEBIPQ+Trebuchet MS"/>
                <a:cs typeface="KEBIPQ+Trebuchet MS"/>
              </a:rPr>
              <a:t>pár</a:t>
            </a:r>
            <a:r>
              <a:rPr lang="sk-SK" sz="2000" dirty="0" smtClean="0">
                <a:solidFill>
                  <a:srgbClr val="404040"/>
                </a:solidFill>
                <a:latin typeface="KEBIPQ+Trebuchet MS"/>
                <a:cs typeface="KEBIPQ+Trebuchet MS"/>
              </a:rPr>
              <a:t> </a:t>
            </a:r>
            <a:r>
              <a:rPr sz="2000" dirty="0" err="1" smtClean="0">
                <a:solidFill>
                  <a:srgbClr val="404040"/>
                </a:solidFill>
                <a:latin typeface="KEBIPQ+Trebuchet MS"/>
                <a:cs typeface="KEBIPQ+Trebuchet MS"/>
              </a:rPr>
              <a:t>rozdelí</a:t>
            </a:r>
            <a:r>
              <a:rPr sz="2000" spc="-42" dirty="0" smtClean="0">
                <a:solidFill>
                  <a:srgbClr val="404040"/>
                </a:solidFill>
                <a:latin typeface="KEBIPQ+Trebuchet MS"/>
                <a:cs typeface="KEBIPQ+Trebuchet MS"/>
              </a:rPr>
              <a:t> </a:t>
            </a:r>
            <a:r>
              <a:rPr sz="2000" dirty="0">
                <a:solidFill>
                  <a:srgbClr val="404040"/>
                </a:solidFill>
                <a:latin typeface="KEBIPQ+Trebuchet MS"/>
                <a:cs typeface="KEBIPQ+Trebuchet MS"/>
              </a:rPr>
              <a:t>a</a:t>
            </a:r>
            <a:r>
              <a:rPr sz="2000" spc="-13" dirty="0">
                <a:solidFill>
                  <a:srgbClr val="404040"/>
                </a:solidFill>
                <a:latin typeface="KEBIPQ+Trebuchet MS"/>
                <a:cs typeface="KEBIPQ+Trebuchet MS"/>
              </a:rPr>
              <a:t> </a:t>
            </a:r>
            <a:r>
              <a:rPr sz="2000" dirty="0" err="1">
                <a:solidFill>
                  <a:srgbClr val="404040"/>
                </a:solidFill>
                <a:latin typeface="KEBIPQ+Trebuchet MS"/>
                <a:cs typeface="KEBIPQ+Trebuchet MS"/>
              </a:rPr>
              <a:t>nájdenie</a:t>
            </a:r>
            <a:r>
              <a:rPr sz="2000" spc="-28" dirty="0">
                <a:solidFill>
                  <a:srgbClr val="404040"/>
                </a:solidFill>
                <a:latin typeface="KEBIPQ+Trebuchet MS"/>
                <a:cs typeface="KEBIPQ+Trebuchet MS"/>
              </a:rPr>
              <a:t> </a:t>
            </a:r>
            <a:r>
              <a:rPr sz="2000" dirty="0" err="1" smtClean="0">
                <a:solidFill>
                  <a:srgbClr val="404040"/>
                </a:solidFill>
                <a:latin typeface="KEBIPQ+Trebuchet MS"/>
                <a:cs typeface="KEBIPQ+Trebuchet MS"/>
              </a:rPr>
              <a:t>kompromisnej</a:t>
            </a:r>
            <a:r>
              <a:rPr lang="sk-SK" sz="2000" dirty="0" smtClean="0">
                <a:solidFill>
                  <a:srgbClr val="404040"/>
                </a:solidFill>
                <a:latin typeface="KEBIPQ+Trebuchet MS"/>
                <a:cs typeface="KEBIPQ+Trebuchet MS"/>
              </a:rPr>
              <a:t> </a:t>
            </a:r>
            <a:r>
              <a:rPr sz="2000" dirty="0" err="1" smtClean="0">
                <a:solidFill>
                  <a:srgbClr val="404040"/>
                </a:solidFill>
                <a:latin typeface="KEBIPQ+Trebuchet MS"/>
                <a:cs typeface="KEBIPQ+Trebuchet MS"/>
              </a:rPr>
              <a:t>alternatívy</a:t>
            </a:r>
            <a:r>
              <a:rPr sz="2000" spc="-26" dirty="0" smtClean="0">
                <a:solidFill>
                  <a:srgbClr val="404040"/>
                </a:solidFill>
                <a:latin typeface="KEBIPQ+Trebuchet MS"/>
                <a:cs typeface="KEBIPQ+Trebuchet MS"/>
              </a:rPr>
              <a:t> </a:t>
            </a:r>
            <a:r>
              <a:rPr sz="2000" dirty="0">
                <a:solidFill>
                  <a:srgbClr val="404040"/>
                </a:solidFill>
                <a:latin typeface="TUJTQB+Trebuchet MS"/>
                <a:cs typeface="TUJTQB+Trebuchet MS"/>
              </a:rPr>
              <a:t>neexistuje</a:t>
            </a:r>
          </a:p>
        </p:txBody>
      </p:sp>
      <p:sp>
        <p:nvSpPr>
          <p:cNvPr id="7" name="object 7"/>
          <p:cNvSpPr txBox="1"/>
          <p:nvPr/>
        </p:nvSpPr>
        <p:spPr>
          <a:xfrm>
            <a:off x="4655840" y="3638804"/>
            <a:ext cx="6552727" cy="615553"/>
          </a:xfrm>
          <a:prstGeom prst="rect">
            <a:avLst/>
          </a:prstGeom>
        </p:spPr>
        <p:txBody>
          <a:bodyPr vert="horz" wrap="square" lIns="0" tIns="0" rIns="0" bIns="0" rtlCol="0">
            <a:spAutoFit/>
          </a:bodyPr>
          <a:lstStyle/>
          <a:p>
            <a:pPr marL="0" marR="0">
              <a:spcBef>
                <a:spcPts val="0"/>
              </a:spcBef>
              <a:spcAft>
                <a:spcPts val="0"/>
              </a:spcAft>
            </a:pPr>
            <a:r>
              <a:rPr sz="1350" dirty="0">
                <a:solidFill>
                  <a:srgbClr val="5FCBEF"/>
                </a:solidFill>
                <a:latin typeface="SDUHJH+Arial"/>
                <a:cs typeface="SDUHJH+Arial"/>
              </a:rPr>
              <a:t>•</a:t>
            </a:r>
            <a:r>
              <a:rPr sz="1350" spc="1904" dirty="0">
                <a:solidFill>
                  <a:srgbClr val="5FCBEF"/>
                </a:solidFill>
                <a:latin typeface="Times New Roman"/>
                <a:cs typeface="Times New Roman"/>
              </a:rPr>
              <a:t> </a:t>
            </a:r>
            <a:r>
              <a:rPr sz="2000" dirty="0">
                <a:solidFill>
                  <a:srgbClr val="404040"/>
                </a:solidFill>
                <a:latin typeface="TUJTQB+Trebuchet MS"/>
                <a:cs typeface="TUJTQB+Trebuchet MS"/>
              </a:rPr>
              <a:t>v </a:t>
            </a:r>
            <a:r>
              <a:rPr sz="2000" dirty="0">
                <a:solidFill>
                  <a:srgbClr val="404040"/>
                </a:solidFill>
                <a:latin typeface="KEBIPQ+Trebuchet MS"/>
                <a:cs typeface="KEBIPQ+Trebuchet MS"/>
              </a:rPr>
              <a:t>takejto</a:t>
            </a:r>
            <a:r>
              <a:rPr sz="2000" spc="-13" dirty="0">
                <a:solidFill>
                  <a:srgbClr val="404040"/>
                </a:solidFill>
                <a:latin typeface="KEBIPQ+Trebuchet MS"/>
                <a:cs typeface="KEBIPQ+Trebuchet MS"/>
              </a:rPr>
              <a:t> </a:t>
            </a:r>
            <a:r>
              <a:rPr sz="2000" dirty="0">
                <a:solidFill>
                  <a:srgbClr val="404040"/>
                </a:solidFill>
                <a:latin typeface="KEBIPQ+Trebuchet MS"/>
                <a:cs typeface="KEBIPQ+Trebuchet MS"/>
              </a:rPr>
              <a:t>situácii</a:t>
            </a:r>
            <a:r>
              <a:rPr sz="2000" spc="11" dirty="0">
                <a:solidFill>
                  <a:srgbClr val="404040"/>
                </a:solidFill>
                <a:latin typeface="KEBIPQ+Trebuchet MS"/>
                <a:cs typeface="KEBIPQ+Trebuchet MS"/>
              </a:rPr>
              <a:t> </a:t>
            </a:r>
            <a:r>
              <a:rPr sz="2000" dirty="0" err="1">
                <a:solidFill>
                  <a:srgbClr val="404040"/>
                </a:solidFill>
                <a:latin typeface="KEBIPQ+Trebuchet MS"/>
                <a:cs typeface="KEBIPQ+Trebuchet MS"/>
              </a:rPr>
              <a:t>sú</a:t>
            </a:r>
            <a:r>
              <a:rPr sz="2000" spc="-32" dirty="0">
                <a:solidFill>
                  <a:srgbClr val="404040"/>
                </a:solidFill>
                <a:latin typeface="KEBIPQ+Trebuchet MS"/>
                <a:cs typeface="KEBIPQ+Trebuchet MS"/>
              </a:rPr>
              <a:t> </a:t>
            </a:r>
            <a:r>
              <a:rPr sz="2000" dirty="0" err="1" smtClean="0">
                <a:solidFill>
                  <a:srgbClr val="404040"/>
                </a:solidFill>
                <a:latin typeface="KEBIPQ+Trebuchet MS"/>
                <a:cs typeface="KEBIPQ+Trebuchet MS"/>
              </a:rPr>
              <a:t>preferencie</a:t>
            </a:r>
            <a:r>
              <a:rPr lang="sk-SK" sz="2000" dirty="0" smtClean="0">
                <a:solidFill>
                  <a:srgbClr val="404040"/>
                </a:solidFill>
                <a:latin typeface="KEBIPQ+Trebuchet MS"/>
                <a:cs typeface="KEBIPQ+Trebuchet MS"/>
              </a:rPr>
              <a:t> </a:t>
            </a:r>
            <a:r>
              <a:rPr sz="2000" dirty="0" err="1" smtClean="0">
                <a:solidFill>
                  <a:srgbClr val="404040"/>
                </a:solidFill>
                <a:latin typeface="KEBIPQ+Trebuchet MS"/>
                <a:cs typeface="KEBIPQ+Trebuchet MS"/>
              </a:rPr>
              <a:t>rozložené</a:t>
            </a:r>
            <a:r>
              <a:rPr sz="2000" spc="-50" dirty="0" smtClean="0">
                <a:solidFill>
                  <a:srgbClr val="404040"/>
                </a:solidFill>
                <a:latin typeface="KEBIPQ+Trebuchet MS"/>
                <a:cs typeface="KEBIPQ+Trebuchet MS"/>
              </a:rPr>
              <a:t> </a:t>
            </a:r>
            <a:r>
              <a:rPr sz="2000" spc="-17" dirty="0">
                <a:solidFill>
                  <a:srgbClr val="404040"/>
                </a:solidFill>
                <a:latin typeface="KEBIPQ+Trebuchet MS"/>
                <a:cs typeface="KEBIPQ+Trebuchet MS"/>
              </a:rPr>
              <a:t>symetricky,</a:t>
            </a:r>
            <a:r>
              <a:rPr sz="2000" dirty="0">
                <a:solidFill>
                  <a:srgbClr val="404040"/>
                </a:solidFill>
                <a:latin typeface="KEBIPQ+Trebuchet MS"/>
                <a:cs typeface="KEBIPQ+Trebuchet MS"/>
              </a:rPr>
              <a:t> ale</a:t>
            </a:r>
            <a:r>
              <a:rPr sz="2000" spc="-23" dirty="0">
                <a:solidFill>
                  <a:srgbClr val="404040"/>
                </a:solidFill>
                <a:latin typeface="KEBIPQ+Trebuchet MS"/>
                <a:cs typeface="KEBIPQ+Trebuchet MS"/>
              </a:rPr>
              <a:t> </a:t>
            </a:r>
            <a:r>
              <a:rPr sz="2000" dirty="0" err="1">
                <a:solidFill>
                  <a:srgbClr val="404040"/>
                </a:solidFill>
                <a:latin typeface="KEBIPQ+Trebuchet MS"/>
                <a:cs typeface="KEBIPQ+Trebuchet MS"/>
              </a:rPr>
              <a:t>možné</a:t>
            </a:r>
            <a:r>
              <a:rPr sz="2000" dirty="0">
                <a:solidFill>
                  <a:srgbClr val="404040"/>
                </a:solidFill>
                <a:latin typeface="KEBIPQ+Trebuchet MS"/>
                <a:cs typeface="KEBIPQ+Trebuchet MS"/>
              </a:rPr>
              <a:t> </a:t>
            </a:r>
            <a:r>
              <a:rPr sz="2000" dirty="0" err="1" smtClean="0">
                <a:solidFill>
                  <a:srgbClr val="404040"/>
                </a:solidFill>
                <a:latin typeface="KEBIPQ+Trebuchet MS"/>
                <a:cs typeface="KEBIPQ+Trebuchet MS"/>
              </a:rPr>
              <a:t>výplaty</a:t>
            </a:r>
            <a:r>
              <a:rPr lang="sk-SK" sz="2000" dirty="0" smtClean="0">
                <a:solidFill>
                  <a:srgbClr val="404040"/>
                </a:solidFill>
                <a:latin typeface="KEBIPQ+Trebuchet MS"/>
                <a:cs typeface="KEBIPQ+Trebuchet MS"/>
              </a:rPr>
              <a:t> </a:t>
            </a:r>
            <a:r>
              <a:rPr sz="2000" dirty="0" err="1" smtClean="0">
                <a:solidFill>
                  <a:srgbClr val="404040"/>
                </a:solidFill>
                <a:latin typeface="KEBIPQ+Trebuchet MS"/>
                <a:cs typeface="KEBIPQ+Trebuchet MS"/>
              </a:rPr>
              <a:t>sú</a:t>
            </a:r>
            <a:r>
              <a:rPr sz="2000" dirty="0" smtClean="0">
                <a:solidFill>
                  <a:srgbClr val="404040"/>
                </a:solidFill>
                <a:latin typeface="KEBIPQ+Trebuchet MS"/>
                <a:cs typeface="KEBIPQ+Trebuchet MS"/>
              </a:rPr>
              <a:t> </a:t>
            </a:r>
            <a:r>
              <a:rPr sz="2000" dirty="0">
                <a:solidFill>
                  <a:srgbClr val="404040"/>
                </a:solidFill>
                <a:latin typeface="KEBIPQ+Trebuchet MS"/>
                <a:cs typeface="KEBIPQ+Trebuchet MS"/>
              </a:rPr>
              <a:t>asymetrické</a:t>
            </a:r>
          </a:p>
        </p:txBody>
      </p:sp>
      <p:sp>
        <p:nvSpPr>
          <p:cNvPr id="8" name="object 8"/>
          <p:cNvSpPr txBox="1"/>
          <p:nvPr/>
        </p:nvSpPr>
        <p:spPr>
          <a:xfrm>
            <a:off x="4655840" y="4388866"/>
            <a:ext cx="6696744" cy="923330"/>
          </a:xfrm>
          <a:prstGeom prst="rect">
            <a:avLst/>
          </a:prstGeom>
        </p:spPr>
        <p:txBody>
          <a:bodyPr vert="horz" wrap="square" lIns="0" tIns="0" rIns="0" bIns="0" rtlCol="0">
            <a:spAutoFit/>
          </a:bodyPr>
          <a:lstStyle/>
          <a:p>
            <a:pPr marL="0" marR="0">
              <a:spcBef>
                <a:spcPts val="0"/>
              </a:spcBef>
              <a:spcAft>
                <a:spcPts val="0"/>
              </a:spcAft>
            </a:pPr>
            <a:r>
              <a:rPr sz="1350" dirty="0">
                <a:solidFill>
                  <a:srgbClr val="5FCBEF"/>
                </a:solidFill>
                <a:latin typeface="SDUHJH+Arial"/>
                <a:cs typeface="SDUHJH+Arial"/>
              </a:rPr>
              <a:t>•</a:t>
            </a:r>
            <a:r>
              <a:rPr sz="1350" spc="1904" dirty="0">
                <a:solidFill>
                  <a:srgbClr val="5FCBEF"/>
                </a:solidFill>
                <a:latin typeface="Times New Roman"/>
                <a:cs typeface="Times New Roman"/>
              </a:rPr>
              <a:t> </a:t>
            </a:r>
            <a:r>
              <a:rPr sz="2000" dirty="0">
                <a:solidFill>
                  <a:srgbClr val="404040"/>
                </a:solidFill>
                <a:latin typeface="TUJTQB+Trebuchet MS"/>
                <a:cs typeface="TUJTQB+Trebuchet MS"/>
              </a:rPr>
              <a:t>obidvaja</a:t>
            </a:r>
            <a:r>
              <a:rPr sz="2000" spc="-15" dirty="0">
                <a:solidFill>
                  <a:srgbClr val="404040"/>
                </a:solidFill>
                <a:latin typeface="TUJTQB+Trebuchet MS"/>
                <a:cs typeface="TUJTQB+Trebuchet MS"/>
              </a:rPr>
              <a:t> </a:t>
            </a:r>
            <a:r>
              <a:rPr sz="2000" dirty="0">
                <a:solidFill>
                  <a:srgbClr val="404040"/>
                </a:solidFill>
                <a:latin typeface="KEBIPQ+Trebuchet MS"/>
                <a:cs typeface="KEBIPQ+Trebuchet MS"/>
              </a:rPr>
              <a:t>partneri</a:t>
            </a:r>
            <a:r>
              <a:rPr sz="2000" spc="-65" dirty="0">
                <a:solidFill>
                  <a:srgbClr val="404040"/>
                </a:solidFill>
                <a:latin typeface="KEBIPQ+Trebuchet MS"/>
                <a:cs typeface="KEBIPQ+Trebuchet MS"/>
              </a:rPr>
              <a:t> </a:t>
            </a:r>
            <a:r>
              <a:rPr sz="2000" dirty="0">
                <a:solidFill>
                  <a:srgbClr val="404040"/>
                </a:solidFill>
                <a:latin typeface="KEBIPQ+Trebuchet MS"/>
                <a:cs typeface="KEBIPQ+Trebuchet MS"/>
              </a:rPr>
              <a:t>vedia,</a:t>
            </a:r>
            <a:r>
              <a:rPr sz="2000" spc="-11" dirty="0">
                <a:solidFill>
                  <a:srgbClr val="404040"/>
                </a:solidFill>
                <a:latin typeface="KEBIPQ+Trebuchet MS"/>
                <a:cs typeface="KEBIPQ+Trebuchet MS"/>
              </a:rPr>
              <a:t> </a:t>
            </a:r>
            <a:r>
              <a:rPr sz="2000" dirty="0" err="1">
                <a:solidFill>
                  <a:srgbClr val="404040"/>
                </a:solidFill>
                <a:latin typeface="KEBIPQ+Trebuchet MS"/>
                <a:cs typeface="KEBIPQ+Trebuchet MS"/>
              </a:rPr>
              <a:t>že</a:t>
            </a:r>
            <a:r>
              <a:rPr sz="2000" dirty="0">
                <a:solidFill>
                  <a:srgbClr val="404040"/>
                </a:solidFill>
                <a:latin typeface="KEBIPQ+Trebuchet MS"/>
                <a:cs typeface="KEBIPQ+Trebuchet MS"/>
              </a:rPr>
              <a:t> </a:t>
            </a:r>
            <a:r>
              <a:rPr sz="2000" dirty="0" err="1" smtClean="0">
                <a:solidFill>
                  <a:srgbClr val="404040"/>
                </a:solidFill>
                <a:latin typeface="KEBIPQ+Trebuchet MS"/>
                <a:cs typeface="KEBIPQ+Trebuchet MS"/>
              </a:rPr>
              <a:t>spoločný</a:t>
            </a:r>
            <a:r>
              <a:rPr lang="sk-SK" sz="2000" dirty="0" smtClean="0">
                <a:solidFill>
                  <a:srgbClr val="404040"/>
                </a:solidFill>
                <a:latin typeface="KEBIPQ+Trebuchet MS"/>
                <a:cs typeface="KEBIPQ+Trebuchet MS"/>
              </a:rPr>
              <a:t> </a:t>
            </a:r>
            <a:r>
              <a:rPr sz="2000" dirty="0" err="1" smtClean="0">
                <a:solidFill>
                  <a:srgbClr val="404040"/>
                </a:solidFill>
                <a:latin typeface="KEBIPQ+Trebuchet MS"/>
                <a:cs typeface="KEBIPQ+Trebuchet MS"/>
              </a:rPr>
              <a:t>večer</a:t>
            </a:r>
            <a:r>
              <a:rPr sz="2000" spc="-26" dirty="0" smtClean="0">
                <a:solidFill>
                  <a:srgbClr val="404040"/>
                </a:solidFill>
                <a:latin typeface="KEBIPQ+Trebuchet MS"/>
                <a:cs typeface="KEBIPQ+Trebuchet MS"/>
              </a:rPr>
              <a:t> </a:t>
            </a:r>
            <a:r>
              <a:rPr sz="2000" dirty="0">
                <a:solidFill>
                  <a:srgbClr val="404040"/>
                </a:solidFill>
                <a:latin typeface="KEBIPQ+Trebuchet MS"/>
                <a:cs typeface="KEBIPQ+Trebuchet MS"/>
              </a:rPr>
              <a:t>možno</a:t>
            </a:r>
            <a:r>
              <a:rPr sz="2000" spc="-31" dirty="0">
                <a:solidFill>
                  <a:srgbClr val="404040"/>
                </a:solidFill>
                <a:latin typeface="KEBIPQ+Trebuchet MS"/>
                <a:cs typeface="KEBIPQ+Trebuchet MS"/>
              </a:rPr>
              <a:t> </a:t>
            </a:r>
            <a:r>
              <a:rPr sz="2000" dirty="0">
                <a:solidFill>
                  <a:srgbClr val="404040"/>
                </a:solidFill>
                <a:latin typeface="KEBIPQ+Trebuchet MS"/>
                <a:cs typeface="KEBIPQ+Trebuchet MS"/>
              </a:rPr>
              <a:t>stráviť</a:t>
            </a:r>
            <a:r>
              <a:rPr sz="2000" spc="-17" dirty="0">
                <a:solidFill>
                  <a:srgbClr val="404040"/>
                </a:solidFill>
                <a:latin typeface="KEBIPQ+Trebuchet MS"/>
                <a:cs typeface="KEBIPQ+Trebuchet MS"/>
              </a:rPr>
              <a:t> </a:t>
            </a:r>
            <a:r>
              <a:rPr sz="2000" dirty="0">
                <a:solidFill>
                  <a:srgbClr val="404040"/>
                </a:solidFill>
                <a:latin typeface="KEBIPQ+Trebuchet MS"/>
                <a:cs typeface="KEBIPQ+Trebuchet MS"/>
              </a:rPr>
              <a:t>iba </a:t>
            </a:r>
            <a:r>
              <a:rPr sz="2000" spc="-31" dirty="0">
                <a:solidFill>
                  <a:srgbClr val="404040"/>
                </a:solidFill>
                <a:latin typeface="KEBIPQ+Trebuchet MS"/>
                <a:cs typeface="KEBIPQ+Trebuchet MS"/>
              </a:rPr>
              <a:t>vtedy,</a:t>
            </a:r>
            <a:r>
              <a:rPr sz="2000" dirty="0">
                <a:solidFill>
                  <a:srgbClr val="404040"/>
                </a:solidFill>
                <a:latin typeface="KEBIPQ+Trebuchet MS"/>
                <a:cs typeface="KEBIPQ+Trebuchet MS"/>
              </a:rPr>
              <a:t> </a:t>
            </a:r>
            <a:r>
              <a:rPr sz="2000" dirty="0" err="1" smtClean="0">
                <a:solidFill>
                  <a:srgbClr val="404040"/>
                </a:solidFill>
                <a:latin typeface="KEBIPQ+Trebuchet MS"/>
                <a:cs typeface="KEBIPQ+Trebuchet MS"/>
              </a:rPr>
              <a:t>keď</a:t>
            </a:r>
            <a:r>
              <a:rPr lang="sk-SK" sz="2000" dirty="0" smtClean="0">
                <a:solidFill>
                  <a:srgbClr val="404040"/>
                </a:solidFill>
                <a:latin typeface="KEBIPQ+Trebuchet MS"/>
                <a:cs typeface="KEBIPQ+Trebuchet MS"/>
              </a:rPr>
              <a:t> </a:t>
            </a:r>
            <a:r>
              <a:rPr sz="2000" dirty="0" err="1" smtClean="0">
                <a:solidFill>
                  <a:srgbClr val="404040"/>
                </a:solidFill>
                <a:latin typeface="KEBIPQ+Trebuchet MS"/>
                <a:cs typeface="KEBIPQ+Trebuchet MS"/>
              </a:rPr>
              <a:t>jeden</a:t>
            </a:r>
            <a:r>
              <a:rPr sz="2000" spc="-33" dirty="0" smtClean="0">
                <a:solidFill>
                  <a:srgbClr val="404040"/>
                </a:solidFill>
                <a:latin typeface="KEBIPQ+Trebuchet MS"/>
                <a:cs typeface="KEBIPQ+Trebuchet MS"/>
              </a:rPr>
              <a:t> </a:t>
            </a:r>
            <a:r>
              <a:rPr sz="2000" dirty="0">
                <a:solidFill>
                  <a:srgbClr val="404040"/>
                </a:solidFill>
                <a:latin typeface="KEBIPQ+Trebuchet MS"/>
                <a:cs typeface="KEBIPQ+Trebuchet MS"/>
              </a:rPr>
              <a:t>úplne</a:t>
            </a:r>
            <a:r>
              <a:rPr sz="2000" spc="-55" dirty="0">
                <a:solidFill>
                  <a:srgbClr val="404040"/>
                </a:solidFill>
                <a:latin typeface="KEBIPQ+Trebuchet MS"/>
                <a:cs typeface="KEBIPQ+Trebuchet MS"/>
              </a:rPr>
              <a:t> </a:t>
            </a:r>
            <a:r>
              <a:rPr sz="2000" dirty="0">
                <a:solidFill>
                  <a:srgbClr val="404040"/>
                </a:solidFill>
                <a:latin typeface="KEBIPQ+Trebuchet MS"/>
                <a:cs typeface="KEBIPQ+Trebuchet MS"/>
              </a:rPr>
              <a:t>dominuje</a:t>
            </a:r>
            <a:r>
              <a:rPr sz="2000" spc="-30" dirty="0">
                <a:solidFill>
                  <a:srgbClr val="404040"/>
                </a:solidFill>
                <a:latin typeface="KEBIPQ+Trebuchet MS"/>
                <a:cs typeface="KEBIPQ+Trebuchet MS"/>
              </a:rPr>
              <a:t> </a:t>
            </a:r>
            <a:r>
              <a:rPr sz="2000" dirty="0">
                <a:solidFill>
                  <a:srgbClr val="404040"/>
                </a:solidFill>
                <a:latin typeface="KEBIPQ+Trebuchet MS"/>
                <a:cs typeface="KEBIPQ+Trebuchet MS"/>
              </a:rPr>
              <a:t>a</a:t>
            </a:r>
            <a:r>
              <a:rPr sz="2000" spc="-13" dirty="0">
                <a:solidFill>
                  <a:srgbClr val="404040"/>
                </a:solidFill>
                <a:latin typeface="KEBIPQ+Trebuchet MS"/>
                <a:cs typeface="KEBIPQ+Trebuchet MS"/>
              </a:rPr>
              <a:t> </a:t>
            </a:r>
            <a:r>
              <a:rPr sz="2000" dirty="0" err="1">
                <a:solidFill>
                  <a:srgbClr val="404040"/>
                </a:solidFill>
                <a:latin typeface="KEBIPQ+Trebuchet MS"/>
                <a:cs typeface="KEBIPQ+Trebuchet MS"/>
              </a:rPr>
              <a:t>druhý</a:t>
            </a:r>
            <a:r>
              <a:rPr sz="2000" spc="-37" dirty="0">
                <a:solidFill>
                  <a:srgbClr val="404040"/>
                </a:solidFill>
                <a:latin typeface="KEBIPQ+Trebuchet MS"/>
                <a:cs typeface="KEBIPQ+Trebuchet MS"/>
              </a:rPr>
              <a:t> </a:t>
            </a:r>
            <a:r>
              <a:rPr sz="2000" dirty="0" err="1" smtClean="0">
                <a:solidFill>
                  <a:srgbClr val="404040"/>
                </a:solidFill>
                <a:latin typeface="KEBIPQ+Trebuchet MS"/>
                <a:cs typeface="KEBIPQ+Trebuchet MS"/>
              </a:rPr>
              <a:t>úplne</a:t>
            </a:r>
            <a:r>
              <a:rPr lang="sk-SK" sz="2000" dirty="0" smtClean="0">
                <a:solidFill>
                  <a:srgbClr val="404040"/>
                </a:solidFill>
                <a:latin typeface="KEBIPQ+Trebuchet MS"/>
                <a:cs typeface="KEBIPQ+Trebuchet MS"/>
              </a:rPr>
              <a:t> </a:t>
            </a:r>
            <a:r>
              <a:rPr sz="2000" dirty="0" err="1" smtClean="0">
                <a:solidFill>
                  <a:srgbClr val="404040"/>
                </a:solidFill>
                <a:latin typeface="KEBIPQ+Trebuchet MS"/>
                <a:cs typeface="KEBIPQ+Trebuchet MS"/>
              </a:rPr>
              <a:t>prehráva</a:t>
            </a:r>
            <a:endParaRPr sz="2000" dirty="0">
              <a:solidFill>
                <a:srgbClr val="404040"/>
              </a:solidFill>
              <a:latin typeface="KEBIPQ+Trebuchet MS"/>
              <a:cs typeface="KEBIPQ+Trebuchet MS"/>
            </a:endParaRPr>
          </a:p>
        </p:txBody>
      </p:sp>
      <p:sp>
        <p:nvSpPr>
          <p:cNvPr id="9" name="object 9"/>
          <p:cNvSpPr txBox="1"/>
          <p:nvPr/>
        </p:nvSpPr>
        <p:spPr>
          <a:xfrm>
            <a:off x="4655839" y="5342985"/>
            <a:ext cx="6696745" cy="923330"/>
          </a:xfrm>
          <a:prstGeom prst="rect">
            <a:avLst/>
          </a:prstGeom>
        </p:spPr>
        <p:txBody>
          <a:bodyPr vert="horz" wrap="square" lIns="0" tIns="0" rIns="0" bIns="0" rtlCol="0">
            <a:spAutoFit/>
          </a:bodyPr>
          <a:lstStyle/>
          <a:p>
            <a:pPr marL="0" marR="0">
              <a:spcBef>
                <a:spcPts val="0"/>
              </a:spcBef>
              <a:spcAft>
                <a:spcPts val="0"/>
              </a:spcAft>
            </a:pPr>
            <a:r>
              <a:rPr sz="1350" dirty="0">
                <a:solidFill>
                  <a:srgbClr val="5FCBEF"/>
                </a:solidFill>
                <a:latin typeface="SDUHJH+Arial"/>
                <a:cs typeface="SDUHJH+Arial"/>
              </a:rPr>
              <a:t>•</a:t>
            </a:r>
            <a:r>
              <a:rPr sz="1350" spc="1904" dirty="0">
                <a:solidFill>
                  <a:srgbClr val="5FCBEF"/>
                </a:solidFill>
                <a:latin typeface="Times New Roman"/>
                <a:cs typeface="Times New Roman"/>
              </a:rPr>
              <a:t> </a:t>
            </a:r>
            <a:r>
              <a:rPr sz="2000" dirty="0">
                <a:solidFill>
                  <a:srgbClr val="404040"/>
                </a:solidFill>
                <a:latin typeface="TUJTQB+Trebuchet MS"/>
                <a:cs typeface="TUJTQB+Trebuchet MS"/>
              </a:rPr>
              <a:t>podriadenie</a:t>
            </a:r>
            <a:r>
              <a:rPr sz="2000" spc="-45" dirty="0">
                <a:solidFill>
                  <a:srgbClr val="404040"/>
                </a:solidFill>
                <a:latin typeface="TUJTQB+Trebuchet MS"/>
                <a:cs typeface="TUJTQB+Trebuchet MS"/>
              </a:rPr>
              <a:t> </a:t>
            </a:r>
            <a:r>
              <a:rPr sz="2000" dirty="0">
                <a:solidFill>
                  <a:srgbClr val="404040"/>
                </a:solidFill>
                <a:latin typeface="KEBIPQ+Trebuchet MS"/>
                <a:cs typeface="KEBIPQ+Trebuchet MS"/>
              </a:rPr>
              <a:t>sa</a:t>
            </a:r>
            <a:r>
              <a:rPr sz="2000" spc="-11" dirty="0">
                <a:solidFill>
                  <a:srgbClr val="404040"/>
                </a:solidFill>
                <a:latin typeface="KEBIPQ+Trebuchet MS"/>
                <a:cs typeface="KEBIPQ+Trebuchet MS"/>
              </a:rPr>
              <a:t> </a:t>
            </a:r>
            <a:r>
              <a:rPr sz="2000" dirty="0" err="1">
                <a:solidFill>
                  <a:srgbClr val="404040"/>
                </a:solidFill>
                <a:latin typeface="KEBIPQ+Trebuchet MS"/>
                <a:cs typeface="KEBIPQ+Trebuchet MS"/>
              </a:rPr>
              <a:t>jedného</a:t>
            </a:r>
            <a:r>
              <a:rPr sz="2000" spc="-58" dirty="0">
                <a:solidFill>
                  <a:srgbClr val="404040"/>
                </a:solidFill>
                <a:latin typeface="KEBIPQ+Trebuchet MS"/>
                <a:cs typeface="KEBIPQ+Trebuchet MS"/>
              </a:rPr>
              <a:t> </a:t>
            </a:r>
            <a:r>
              <a:rPr sz="2000" dirty="0" err="1" smtClean="0">
                <a:solidFill>
                  <a:srgbClr val="404040"/>
                </a:solidFill>
                <a:latin typeface="KEBIPQ+Trebuchet MS"/>
                <a:cs typeface="KEBIPQ+Trebuchet MS"/>
              </a:rPr>
              <a:t>druhému</a:t>
            </a:r>
            <a:r>
              <a:rPr lang="sk-SK" sz="2000" dirty="0" smtClean="0">
                <a:solidFill>
                  <a:srgbClr val="404040"/>
                </a:solidFill>
                <a:latin typeface="KEBIPQ+Trebuchet MS"/>
                <a:cs typeface="KEBIPQ+Trebuchet MS"/>
              </a:rPr>
              <a:t> </a:t>
            </a:r>
            <a:r>
              <a:rPr sz="2000" dirty="0" smtClean="0">
                <a:solidFill>
                  <a:srgbClr val="404040"/>
                </a:solidFill>
                <a:latin typeface="KEBIPQ+Trebuchet MS"/>
                <a:cs typeface="KEBIPQ+Trebuchet MS"/>
              </a:rPr>
              <a:t>(</a:t>
            </a:r>
            <a:r>
              <a:rPr sz="2000" dirty="0" err="1" smtClean="0">
                <a:solidFill>
                  <a:srgbClr val="404040"/>
                </a:solidFill>
                <a:latin typeface="KEBIPQ+Trebuchet MS"/>
                <a:cs typeface="KEBIPQ+Trebuchet MS"/>
              </a:rPr>
              <a:t>spolupráca</a:t>
            </a:r>
            <a:r>
              <a:rPr sz="2000" dirty="0">
                <a:solidFill>
                  <a:srgbClr val="404040"/>
                </a:solidFill>
                <a:latin typeface="KEBIPQ+Trebuchet MS"/>
                <a:cs typeface="KEBIPQ+Trebuchet MS"/>
              </a:rPr>
              <a:t>)</a:t>
            </a:r>
            <a:r>
              <a:rPr sz="2000" spc="-58" dirty="0">
                <a:solidFill>
                  <a:srgbClr val="404040"/>
                </a:solidFill>
                <a:latin typeface="KEBIPQ+Trebuchet MS"/>
                <a:cs typeface="KEBIPQ+Trebuchet MS"/>
              </a:rPr>
              <a:t> </a:t>
            </a:r>
            <a:r>
              <a:rPr sz="2000" dirty="0">
                <a:solidFill>
                  <a:srgbClr val="404040"/>
                </a:solidFill>
                <a:latin typeface="KEBIPQ+Trebuchet MS"/>
                <a:cs typeface="KEBIPQ+Trebuchet MS"/>
              </a:rPr>
              <a:t>však prináša</a:t>
            </a:r>
            <a:r>
              <a:rPr sz="2000" spc="-40" dirty="0">
                <a:solidFill>
                  <a:srgbClr val="404040"/>
                </a:solidFill>
                <a:latin typeface="KEBIPQ+Trebuchet MS"/>
                <a:cs typeface="KEBIPQ+Trebuchet MS"/>
              </a:rPr>
              <a:t> </a:t>
            </a:r>
            <a:r>
              <a:rPr sz="2000" dirty="0" err="1">
                <a:solidFill>
                  <a:srgbClr val="404040"/>
                </a:solidFill>
                <a:latin typeface="KEBIPQ+Trebuchet MS"/>
                <a:cs typeface="KEBIPQ+Trebuchet MS"/>
              </a:rPr>
              <a:t>dvojici</a:t>
            </a:r>
            <a:r>
              <a:rPr sz="2000" spc="-14" dirty="0">
                <a:solidFill>
                  <a:srgbClr val="404040"/>
                </a:solidFill>
                <a:latin typeface="KEBIPQ+Trebuchet MS"/>
                <a:cs typeface="KEBIPQ+Trebuchet MS"/>
              </a:rPr>
              <a:t> </a:t>
            </a:r>
            <a:r>
              <a:rPr sz="2000" dirty="0" err="1" smtClean="0">
                <a:solidFill>
                  <a:srgbClr val="404040"/>
                </a:solidFill>
                <a:latin typeface="KEBIPQ+Trebuchet MS"/>
                <a:cs typeface="KEBIPQ+Trebuchet MS"/>
              </a:rPr>
              <a:t>celkovo</a:t>
            </a:r>
            <a:r>
              <a:rPr lang="sk-SK" sz="2000" dirty="0" smtClean="0">
                <a:solidFill>
                  <a:srgbClr val="404040"/>
                </a:solidFill>
                <a:latin typeface="KEBIPQ+Trebuchet MS"/>
                <a:cs typeface="KEBIPQ+Trebuchet MS"/>
              </a:rPr>
              <a:t> </a:t>
            </a:r>
            <a:r>
              <a:rPr sz="2000" dirty="0" err="1" smtClean="0">
                <a:solidFill>
                  <a:srgbClr val="404040"/>
                </a:solidFill>
                <a:latin typeface="KEBIPQ+Trebuchet MS"/>
                <a:cs typeface="KEBIPQ+Trebuchet MS"/>
              </a:rPr>
              <a:t>vyšší</a:t>
            </a:r>
            <a:r>
              <a:rPr sz="2000" spc="-17" dirty="0" smtClean="0">
                <a:solidFill>
                  <a:srgbClr val="404040"/>
                </a:solidFill>
                <a:latin typeface="KEBIPQ+Trebuchet MS"/>
                <a:cs typeface="KEBIPQ+Trebuchet MS"/>
              </a:rPr>
              <a:t> </a:t>
            </a:r>
            <a:r>
              <a:rPr sz="2000" dirty="0">
                <a:solidFill>
                  <a:srgbClr val="404040"/>
                </a:solidFill>
                <a:latin typeface="KEBIPQ+Trebuchet MS"/>
                <a:cs typeface="KEBIPQ+Trebuchet MS"/>
              </a:rPr>
              <a:t>zisk ako rozdelenie</a:t>
            </a:r>
            <a:r>
              <a:rPr sz="2000" spc="-54" dirty="0">
                <a:solidFill>
                  <a:srgbClr val="404040"/>
                </a:solidFill>
                <a:latin typeface="KEBIPQ+Trebuchet MS"/>
                <a:cs typeface="KEBIPQ+Trebuchet MS"/>
              </a:rPr>
              <a:t> </a:t>
            </a:r>
            <a:r>
              <a:rPr sz="2000" dirty="0">
                <a:solidFill>
                  <a:srgbClr val="404040"/>
                </a:solidFill>
                <a:latin typeface="KEBIPQ+Trebuchet MS"/>
                <a:cs typeface="KEBIPQ+Trebuchet MS"/>
              </a:rPr>
              <a:t>páru,</a:t>
            </a:r>
            <a:r>
              <a:rPr sz="2000" spc="-37" dirty="0">
                <a:solidFill>
                  <a:srgbClr val="404040"/>
                </a:solidFill>
                <a:latin typeface="KEBIPQ+Trebuchet MS"/>
                <a:cs typeface="KEBIPQ+Trebuchet MS"/>
              </a:rPr>
              <a:t> </a:t>
            </a:r>
            <a:r>
              <a:rPr sz="2000" dirty="0" err="1">
                <a:solidFill>
                  <a:srgbClr val="404040"/>
                </a:solidFill>
                <a:latin typeface="KEBIPQ+Trebuchet MS"/>
                <a:cs typeface="KEBIPQ+Trebuchet MS"/>
              </a:rPr>
              <a:t>hoci</a:t>
            </a:r>
            <a:r>
              <a:rPr sz="2000" spc="-13" dirty="0">
                <a:solidFill>
                  <a:srgbClr val="404040"/>
                </a:solidFill>
                <a:latin typeface="KEBIPQ+Trebuchet MS"/>
                <a:cs typeface="KEBIPQ+Trebuchet MS"/>
              </a:rPr>
              <a:t> </a:t>
            </a:r>
            <a:r>
              <a:rPr sz="2000" dirty="0" err="1" smtClean="0">
                <a:solidFill>
                  <a:srgbClr val="404040"/>
                </a:solidFill>
                <a:latin typeface="KEBIPQ+Trebuchet MS"/>
                <a:cs typeface="KEBIPQ+Trebuchet MS"/>
              </a:rPr>
              <a:t>za</a:t>
            </a:r>
            <a:r>
              <a:rPr lang="sk-SK" sz="2000" dirty="0" smtClean="0">
                <a:solidFill>
                  <a:srgbClr val="404040"/>
                </a:solidFill>
                <a:latin typeface="KEBIPQ+Trebuchet MS"/>
                <a:cs typeface="KEBIPQ+Trebuchet MS"/>
              </a:rPr>
              <a:t> </a:t>
            </a:r>
            <a:r>
              <a:rPr sz="2000" dirty="0" err="1" smtClean="0">
                <a:solidFill>
                  <a:srgbClr val="404040"/>
                </a:solidFill>
                <a:latin typeface="KEBIPQ+Trebuchet MS"/>
                <a:cs typeface="KEBIPQ+Trebuchet MS"/>
              </a:rPr>
              <a:t>cenu</a:t>
            </a:r>
            <a:r>
              <a:rPr sz="2000" spc="-29" dirty="0" smtClean="0">
                <a:solidFill>
                  <a:srgbClr val="404040"/>
                </a:solidFill>
                <a:latin typeface="KEBIPQ+Trebuchet MS"/>
                <a:cs typeface="KEBIPQ+Trebuchet MS"/>
              </a:rPr>
              <a:t> </a:t>
            </a:r>
            <a:r>
              <a:rPr sz="2000" dirty="0">
                <a:solidFill>
                  <a:srgbClr val="404040"/>
                </a:solidFill>
                <a:latin typeface="KEBIPQ+Trebuchet MS"/>
                <a:cs typeface="KEBIPQ+Trebuchet MS"/>
              </a:rPr>
              <a:t>asymetrického</a:t>
            </a:r>
            <a:r>
              <a:rPr sz="2000" spc="-45" dirty="0">
                <a:solidFill>
                  <a:srgbClr val="404040"/>
                </a:solidFill>
                <a:latin typeface="KEBIPQ+Trebuchet MS"/>
                <a:cs typeface="KEBIPQ+Trebuchet MS"/>
              </a:rPr>
              <a:t> </a:t>
            </a:r>
            <a:r>
              <a:rPr sz="2000" dirty="0">
                <a:solidFill>
                  <a:srgbClr val="404040"/>
                </a:solidFill>
                <a:latin typeface="KEBIPQ+Trebuchet MS"/>
                <a:cs typeface="KEBIPQ+Trebuchet MS"/>
              </a:rPr>
              <a:t>úžitku</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69010" y="671668"/>
            <a:ext cx="1299418" cy="568969"/>
          </a:xfrm>
          <a:prstGeom prst="rect">
            <a:avLst/>
          </a:prstGeom>
        </p:spPr>
        <p:txBody>
          <a:bodyPr vert="horz" wrap="square" lIns="0" tIns="0" rIns="0" bIns="0" rtlCol="0">
            <a:spAutoFit/>
          </a:bodyPr>
          <a:lstStyle/>
          <a:p>
            <a:pPr marL="0" marR="0">
              <a:lnSpc>
                <a:spcPts val="4180"/>
              </a:lnSpc>
              <a:spcBef>
                <a:spcPts val="0"/>
              </a:spcBef>
              <a:spcAft>
                <a:spcPts val="0"/>
              </a:spcAft>
            </a:pPr>
            <a:r>
              <a:rPr sz="3600" dirty="0">
                <a:solidFill>
                  <a:srgbClr val="5FCBEF"/>
                </a:solidFill>
                <a:latin typeface="KEBIPQ+Trebuchet MS"/>
                <a:cs typeface="KEBIPQ+Trebuchet MS"/>
              </a:rPr>
              <a:t>Súhrn</a:t>
            </a:r>
          </a:p>
        </p:txBody>
      </p:sp>
      <p:sp>
        <p:nvSpPr>
          <p:cNvPr id="4" name="object 4"/>
          <p:cNvSpPr txBox="1"/>
          <p:nvPr/>
        </p:nvSpPr>
        <p:spPr>
          <a:xfrm>
            <a:off x="695400" y="1628801"/>
            <a:ext cx="9433048" cy="1107996"/>
          </a:xfrm>
          <a:prstGeom prst="rect">
            <a:avLst/>
          </a:prstGeom>
        </p:spPr>
        <p:txBody>
          <a:bodyPr vert="horz" wrap="square" lIns="0" tIns="0" rIns="0" bIns="0" rtlCol="0">
            <a:spAutoFit/>
          </a:bodyPr>
          <a:lstStyle/>
          <a:p>
            <a:pPr marL="0" marR="0">
              <a:spcBef>
                <a:spcPts val="0"/>
              </a:spcBef>
              <a:spcAft>
                <a:spcPts val="0"/>
              </a:spcAft>
            </a:pPr>
            <a:r>
              <a:rPr sz="1450" dirty="0">
                <a:solidFill>
                  <a:srgbClr val="5FCBEF"/>
                </a:solidFill>
                <a:latin typeface="MKHQLP+Wingdings 3"/>
                <a:cs typeface="MKHQLP+Wingdings 3"/>
              </a:rPr>
              <a:t></a:t>
            </a:r>
            <a:r>
              <a:rPr sz="1450" spc="1074" dirty="0">
                <a:solidFill>
                  <a:srgbClr val="5FCBEF"/>
                </a:solidFill>
                <a:latin typeface="Times New Roman"/>
                <a:cs typeface="Times New Roman"/>
              </a:rPr>
              <a:t> </a:t>
            </a:r>
            <a:r>
              <a:rPr lang="sk-SK" sz="2400" spc="-37" dirty="0">
                <a:solidFill>
                  <a:srgbClr val="404040"/>
                </a:solidFill>
                <a:latin typeface="KEBIPQ+Trebuchet MS"/>
                <a:cs typeface="Times New Roman"/>
              </a:rPr>
              <a:t>t</a:t>
            </a:r>
            <a:r>
              <a:rPr sz="2400" spc="-37" dirty="0" err="1" smtClean="0">
                <a:solidFill>
                  <a:srgbClr val="404040"/>
                </a:solidFill>
                <a:latin typeface="KEBIPQ+Trebuchet MS"/>
                <a:cs typeface="KEBIPQ+Trebuchet MS"/>
              </a:rPr>
              <a:t>eória</a:t>
            </a:r>
            <a:r>
              <a:rPr sz="2400" spc="36" dirty="0" smtClean="0">
                <a:solidFill>
                  <a:srgbClr val="404040"/>
                </a:solidFill>
                <a:latin typeface="KEBIPQ+Trebuchet MS"/>
                <a:cs typeface="KEBIPQ+Trebuchet MS"/>
              </a:rPr>
              <a:t> </a:t>
            </a:r>
            <a:r>
              <a:rPr sz="2400" dirty="0">
                <a:solidFill>
                  <a:srgbClr val="404040"/>
                </a:solidFill>
                <a:latin typeface="KEBIPQ+Trebuchet MS"/>
                <a:cs typeface="KEBIPQ+Trebuchet MS"/>
              </a:rPr>
              <a:t>hier</a:t>
            </a:r>
            <a:r>
              <a:rPr sz="2400" spc="10" dirty="0">
                <a:solidFill>
                  <a:srgbClr val="404040"/>
                </a:solidFill>
                <a:latin typeface="KEBIPQ+Trebuchet MS"/>
                <a:cs typeface="KEBIPQ+Trebuchet MS"/>
              </a:rPr>
              <a:t> je</a:t>
            </a:r>
            <a:r>
              <a:rPr sz="2400" dirty="0">
                <a:solidFill>
                  <a:srgbClr val="404040"/>
                </a:solidFill>
                <a:latin typeface="KEBIPQ+Trebuchet MS"/>
                <a:cs typeface="KEBIPQ+Trebuchet MS"/>
              </a:rPr>
              <a:t> interdisciplinárna</a:t>
            </a:r>
            <a:r>
              <a:rPr sz="2400" spc="593" dirty="0">
                <a:solidFill>
                  <a:srgbClr val="404040"/>
                </a:solidFill>
                <a:latin typeface="KEBIPQ+Trebuchet MS"/>
                <a:cs typeface="KEBIPQ+Trebuchet MS"/>
              </a:rPr>
              <a:t> </a:t>
            </a:r>
            <a:r>
              <a:rPr sz="2400" dirty="0">
                <a:solidFill>
                  <a:srgbClr val="404040"/>
                </a:solidFill>
                <a:latin typeface="KEBIPQ+Trebuchet MS"/>
                <a:cs typeface="KEBIPQ+Trebuchet MS"/>
              </a:rPr>
              <a:t>vedná oblasť venujúca sa štúdiu</a:t>
            </a:r>
            <a:r>
              <a:rPr sz="2400" spc="10" dirty="0">
                <a:solidFill>
                  <a:srgbClr val="404040"/>
                </a:solidFill>
                <a:latin typeface="KEBIPQ+Trebuchet MS"/>
                <a:cs typeface="KEBIPQ+Trebuchet MS"/>
              </a:rPr>
              <a:t> </a:t>
            </a:r>
            <a:r>
              <a:rPr sz="2400" dirty="0">
                <a:solidFill>
                  <a:srgbClr val="404040"/>
                </a:solidFill>
                <a:latin typeface="KEBIPQ+Trebuchet MS"/>
                <a:cs typeface="KEBIPQ+Trebuchet MS"/>
              </a:rPr>
              <a:t>a</a:t>
            </a:r>
            <a:r>
              <a:rPr sz="2400" spc="31" dirty="0">
                <a:solidFill>
                  <a:srgbClr val="404040"/>
                </a:solidFill>
                <a:latin typeface="KEBIPQ+Trebuchet MS"/>
                <a:cs typeface="KEBIPQ+Trebuchet MS"/>
              </a:rPr>
              <a:t> </a:t>
            </a:r>
            <a:r>
              <a:rPr sz="2400" dirty="0" err="1" smtClean="0">
                <a:solidFill>
                  <a:srgbClr val="404040"/>
                </a:solidFill>
                <a:latin typeface="KEBIPQ+Trebuchet MS"/>
                <a:cs typeface="KEBIPQ+Trebuchet MS"/>
              </a:rPr>
              <a:t>analýze</a:t>
            </a:r>
            <a:r>
              <a:rPr lang="sk-SK" sz="2400" dirty="0" smtClean="0">
                <a:solidFill>
                  <a:srgbClr val="404040"/>
                </a:solidFill>
                <a:latin typeface="KEBIPQ+Trebuchet MS"/>
                <a:cs typeface="KEBIPQ+Trebuchet MS"/>
              </a:rPr>
              <a:t> </a:t>
            </a:r>
            <a:r>
              <a:rPr sz="2400" dirty="0" err="1" smtClean="0">
                <a:solidFill>
                  <a:srgbClr val="404040"/>
                </a:solidFill>
                <a:latin typeface="KEBIPQ+Trebuchet MS"/>
                <a:cs typeface="KEBIPQ+Trebuchet MS"/>
              </a:rPr>
              <a:t>strategického</a:t>
            </a:r>
            <a:r>
              <a:rPr sz="2400" spc="17" dirty="0" smtClean="0">
                <a:solidFill>
                  <a:srgbClr val="404040"/>
                </a:solidFill>
                <a:latin typeface="KEBIPQ+Trebuchet MS"/>
                <a:cs typeface="KEBIPQ+Trebuchet MS"/>
              </a:rPr>
              <a:t> </a:t>
            </a:r>
            <a:r>
              <a:rPr sz="2400" dirty="0">
                <a:solidFill>
                  <a:srgbClr val="404040"/>
                </a:solidFill>
                <a:latin typeface="KEBIPQ+Trebuchet MS"/>
                <a:cs typeface="KEBIPQ+Trebuchet MS"/>
              </a:rPr>
              <a:t>racionálneho</a:t>
            </a:r>
            <a:r>
              <a:rPr sz="2400" spc="51" dirty="0">
                <a:solidFill>
                  <a:srgbClr val="404040"/>
                </a:solidFill>
                <a:latin typeface="KEBIPQ+Trebuchet MS"/>
                <a:cs typeface="KEBIPQ+Trebuchet MS"/>
              </a:rPr>
              <a:t> </a:t>
            </a:r>
            <a:r>
              <a:rPr sz="2400" dirty="0">
                <a:solidFill>
                  <a:srgbClr val="404040"/>
                </a:solidFill>
                <a:latin typeface="KEBIPQ+Trebuchet MS"/>
                <a:cs typeface="KEBIPQ+Trebuchet MS"/>
              </a:rPr>
              <a:t>správania</a:t>
            </a:r>
            <a:r>
              <a:rPr sz="2400" spc="49" dirty="0">
                <a:solidFill>
                  <a:srgbClr val="404040"/>
                </a:solidFill>
                <a:latin typeface="KEBIPQ+Trebuchet MS"/>
                <a:cs typeface="KEBIPQ+Trebuchet MS"/>
              </a:rPr>
              <a:t> </a:t>
            </a:r>
            <a:r>
              <a:rPr sz="2400" dirty="0">
                <a:solidFill>
                  <a:srgbClr val="404040"/>
                </a:solidFill>
                <a:latin typeface="KEBIPQ+Trebuchet MS"/>
                <a:cs typeface="KEBIPQ+Trebuchet MS"/>
              </a:rPr>
              <a:t>jednotlivcov </a:t>
            </a:r>
            <a:r>
              <a:rPr sz="2400" dirty="0">
                <a:solidFill>
                  <a:srgbClr val="404040"/>
                </a:solidFill>
                <a:latin typeface="TUJTQB+Trebuchet MS"/>
                <a:cs typeface="TUJTQB+Trebuchet MS"/>
              </a:rPr>
              <a:t>a ich</a:t>
            </a:r>
            <a:r>
              <a:rPr sz="2400" spc="-13" dirty="0">
                <a:solidFill>
                  <a:srgbClr val="404040"/>
                </a:solidFill>
                <a:latin typeface="TUJTQB+Trebuchet MS"/>
                <a:cs typeface="TUJTQB+Trebuchet MS"/>
              </a:rPr>
              <a:t> </a:t>
            </a:r>
            <a:r>
              <a:rPr sz="2400" dirty="0" err="1">
                <a:solidFill>
                  <a:srgbClr val="404040"/>
                </a:solidFill>
                <a:latin typeface="TUJTQB+Trebuchet MS"/>
                <a:cs typeface="TUJTQB+Trebuchet MS"/>
              </a:rPr>
              <a:t>interakcie</a:t>
            </a:r>
            <a:r>
              <a:rPr sz="2400" spc="38" dirty="0">
                <a:solidFill>
                  <a:srgbClr val="404040"/>
                </a:solidFill>
                <a:latin typeface="TUJTQB+Trebuchet MS"/>
                <a:cs typeface="TUJTQB+Trebuchet MS"/>
              </a:rPr>
              <a:t> </a:t>
            </a:r>
            <a:r>
              <a:rPr sz="2400" dirty="0" smtClean="0">
                <a:solidFill>
                  <a:srgbClr val="404040"/>
                </a:solidFill>
                <a:latin typeface="TUJTQB+Trebuchet MS"/>
                <a:cs typeface="TUJTQB+Trebuchet MS"/>
              </a:rPr>
              <a:t>v</a:t>
            </a:r>
            <a:r>
              <a:rPr lang="sk-SK" sz="2400" dirty="0" smtClean="0">
                <a:solidFill>
                  <a:srgbClr val="404040"/>
                </a:solidFill>
                <a:latin typeface="TUJTQB+Trebuchet MS"/>
                <a:cs typeface="TUJTQB+Trebuchet MS"/>
              </a:rPr>
              <a:t> </a:t>
            </a:r>
            <a:r>
              <a:rPr sz="2400" dirty="0" smtClean="0">
                <a:solidFill>
                  <a:srgbClr val="404040"/>
                </a:solidFill>
                <a:latin typeface="KEBIPQ+Trebuchet MS"/>
                <a:cs typeface="KEBIPQ+Trebuchet MS"/>
              </a:rPr>
              <a:t>(</a:t>
            </a:r>
            <a:r>
              <a:rPr sz="2400" dirty="0" err="1" smtClean="0">
                <a:solidFill>
                  <a:srgbClr val="404040"/>
                </a:solidFill>
                <a:latin typeface="KEBIPQ+Trebuchet MS"/>
                <a:cs typeface="KEBIPQ+Trebuchet MS"/>
              </a:rPr>
              <a:t>spoločenskom</a:t>
            </a:r>
            <a:r>
              <a:rPr sz="2400" dirty="0">
                <a:solidFill>
                  <a:srgbClr val="404040"/>
                </a:solidFill>
                <a:latin typeface="KEBIPQ+Trebuchet MS"/>
                <a:cs typeface="KEBIPQ+Trebuchet MS"/>
              </a:rPr>
              <a:t>)</a:t>
            </a:r>
            <a:r>
              <a:rPr sz="2400" spc="29" dirty="0">
                <a:solidFill>
                  <a:srgbClr val="404040"/>
                </a:solidFill>
                <a:latin typeface="KEBIPQ+Trebuchet MS"/>
                <a:cs typeface="KEBIPQ+Trebuchet MS"/>
              </a:rPr>
              <a:t> </a:t>
            </a:r>
            <a:r>
              <a:rPr sz="2400" dirty="0" err="1" smtClean="0">
                <a:solidFill>
                  <a:srgbClr val="404040"/>
                </a:solidFill>
                <a:latin typeface="KEBIPQ+Trebuchet MS"/>
                <a:cs typeface="KEBIPQ+Trebuchet MS"/>
              </a:rPr>
              <a:t>prostredí</a:t>
            </a:r>
            <a:endParaRPr sz="2400" dirty="0">
              <a:solidFill>
                <a:srgbClr val="404040"/>
              </a:solidFill>
              <a:latin typeface="KEBIPQ+Trebuchet MS"/>
              <a:cs typeface="KEBIPQ+Trebuchet MS"/>
            </a:endParaRPr>
          </a:p>
        </p:txBody>
      </p:sp>
      <p:sp>
        <p:nvSpPr>
          <p:cNvPr id="5" name="object 5"/>
          <p:cNvSpPr txBox="1"/>
          <p:nvPr/>
        </p:nvSpPr>
        <p:spPr>
          <a:xfrm>
            <a:off x="695400" y="3163139"/>
            <a:ext cx="8510478" cy="269304"/>
          </a:xfrm>
          <a:prstGeom prst="rect">
            <a:avLst/>
          </a:prstGeom>
        </p:spPr>
        <p:txBody>
          <a:bodyPr vert="horz" wrap="square" lIns="0" tIns="0" rIns="0" bIns="0" rtlCol="0">
            <a:spAutoFit/>
          </a:bodyPr>
          <a:lstStyle/>
          <a:p>
            <a:pPr marL="0" marR="0">
              <a:lnSpc>
                <a:spcPts val="2092"/>
              </a:lnSpc>
              <a:spcBef>
                <a:spcPts val="0"/>
              </a:spcBef>
              <a:spcAft>
                <a:spcPts val="0"/>
              </a:spcAft>
            </a:pPr>
            <a:r>
              <a:rPr sz="1450" dirty="0">
                <a:solidFill>
                  <a:srgbClr val="5FCBEF"/>
                </a:solidFill>
                <a:latin typeface="MKHQLP+Wingdings 3"/>
                <a:cs typeface="MKHQLP+Wingdings 3"/>
              </a:rPr>
              <a:t></a:t>
            </a:r>
            <a:r>
              <a:rPr sz="1450" spc="1074" dirty="0">
                <a:solidFill>
                  <a:srgbClr val="5FCBEF"/>
                </a:solidFill>
                <a:latin typeface="Times New Roman"/>
                <a:cs typeface="Times New Roman"/>
              </a:rPr>
              <a:t> </a:t>
            </a:r>
            <a:r>
              <a:rPr lang="sk-SK" sz="2400" dirty="0">
                <a:solidFill>
                  <a:srgbClr val="404040"/>
                </a:solidFill>
                <a:latin typeface="KEBIPQ+Trebuchet MS"/>
                <a:cs typeface="Times New Roman"/>
              </a:rPr>
              <a:t>n</a:t>
            </a:r>
            <a:r>
              <a:rPr sz="2400" dirty="0" err="1" smtClean="0">
                <a:solidFill>
                  <a:srgbClr val="404040"/>
                </a:solidFill>
                <a:latin typeface="KEBIPQ+Trebuchet MS"/>
                <a:cs typeface="KEBIPQ+Trebuchet MS"/>
              </a:rPr>
              <a:t>apriek</a:t>
            </a:r>
            <a:r>
              <a:rPr sz="2400" spc="16" dirty="0" smtClean="0">
                <a:solidFill>
                  <a:srgbClr val="404040"/>
                </a:solidFill>
                <a:latin typeface="KEBIPQ+Trebuchet MS"/>
                <a:cs typeface="KEBIPQ+Trebuchet MS"/>
              </a:rPr>
              <a:t> </a:t>
            </a:r>
            <a:r>
              <a:rPr sz="2400" dirty="0">
                <a:solidFill>
                  <a:srgbClr val="404040"/>
                </a:solidFill>
                <a:latin typeface="KEBIPQ+Trebuchet MS"/>
                <a:cs typeface="KEBIPQ+Trebuchet MS"/>
              </a:rPr>
              <a:t>tomu,</a:t>
            </a:r>
            <a:r>
              <a:rPr sz="2400" spc="19" dirty="0">
                <a:solidFill>
                  <a:srgbClr val="404040"/>
                </a:solidFill>
                <a:latin typeface="KEBIPQ+Trebuchet MS"/>
                <a:cs typeface="KEBIPQ+Trebuchet MS"/>
              </a:rPr>
              <a:t> </a:t>
            </a:r>
            <a:r>
              <a:rPr sz="2400" dirty="0" err="1">
                <a:solidFill>
                  <a:srgbClr val="404040"/>
                </a:solidFill>
                <a:latin typeface="KEBIPQ+Trebuchet MS"/>
                <a:cs typeface="KEBIPQ+Trebuchet MS"/>
              </a:rPr>
              <a:t>že</a:t>
            </a:r>
            <a:r>
              <a:rPr sz="2400" spc="-19" dirty="0">
                <a:solidFill>
                  <a:srgbClr val="404040"/>
                </a:solidFill>
                <a:latin typeface="KEBIPQ+Trebuchet MS"/>
                <a:cs typeface="KEBIPQ+Trebuchet MS"/>
              </a:rPr>
              <a:t> </a:t>
            </a:r>
            <a:r>
              <a:rPr lang="sk-SK" sz="2400" dirty="0" smtClean="0">
                <a:solidFill>
                  <a:srgbClr val="404040"/>
                </a:solidFill>
                <a:latin typeface="KEBIPQ+Trebuchet MS"/>
                <a:cs typeface="KEBIPQ+Trebuchet MS"/>
              </a:rPr>
              <a:t>ide </a:t>
            </a:r>
            <a:r>
              <a:rPr sz="2400" dirty="0" smtClean="0">
                <a:solidFill>
                  <a:srgbClr val="404040"/>
                </a:solidFill>
                <a:latin typeface="KEBIPQ+Trebuchet MS"/>
                <a:cs typeface="KEBIPQ+Trebuchet MS"/>
              </a:rPr>
              <a:t>o</a:t>
            </a:r>
            <a:r>
              <a:rPr sz="2400" spc="-12" dirty="0" smtClean="0">
                <a:solidFill>
                  <a:srgbClr val="404040"/>
                </a:solidFill>
                <a:latin typeface="KEBIPQ+Trebuchet MS"/>
                <a:cs typeface="KEBIPQ+Trebuchet MS"/>
              </a:rPr>
              <a:t> </a:t>
            </a:r>
            <a:r>
              <a:rPr sz="2400" dirty="0" err="1" smtClean="0">
                <a:solidFill>
                  <a:srgbClr val="404040"/>
                </a:solidFill>
                <a:latin typeface="KEBIPQ+Trebuchet MS"/>
                <a:cs typeface="KEBIPQ+Trebuchet MS"/>
              </a:rPr>
              <a:t>teóri</a:t>
            </a:r>
            <a:r>
              <a:rPr lang="sk-SK" sz="2400" dirty="0" smtClean="0">
                <a:solidFill>
                  <a:srgbClr val="404040"/>
                </a:solidFill>
                <a:latin typeface="KEBIPQ+Trebuchet MS"/>
                <a:cs typeface="KEBIPQ+Trebuchet MS"/>
              </a:rPr>
              <a:t>u, má</a:t>
            </a:r>
            <a:r>
              <a:rPr sz="2400" dirty="0" smtClean="0">
                <a:solidFill>
                  <a:srgbClr val="404040"/>
                </a:solidFill>
                <a:latin typeface="KEBIPQ+Trebuchet MS"/>
                <a:cs typeface="KEBIPQ+Trebuchet MS"/>
              </a:rPr>
              <a:t> </a:t>
            </a:r>
            <a:r>
              <a:rPr sz="2400" dirty="0" err="1" smtClean="0">
                <a:solidFill>
                  <a:srgbClr val="404040"/>
                </a:solidFill>
                <a:latin typeface="KEBIPQ+Trebuchet MS"/>
                <a:cs typeface="KEBIPQ+Trebuchet MS"/>
              </a:rPr>
              <a:t>praktické</a:t>
            </a:r>
            <a:r>
              <a:rPr sz="2400" spc="13" dirty="0" smtClean="0">
                <a:solidFill>
                  <a:srgbClr val="404040"/>
                </a:solidFill>
                <a:latin typeface="KEBIPQ+Trebuchet MS"/>
                <a:cs typeface="KEBIPQ+Trebuchet MS"/>
              </a:rPr>
              <a:t> </a:t>
            </a:r>
            <a:r>
              <a:rPr sz="2400" dirty="0" err="1" smtClean="0">
                <a:solidFill>
                  <a:srgbClr val="404040"/>
                </a:solidFill>
                <a:latin typeface="KEBIPQ+Trebuchet MS"/>
                <a:cs typeface="KEBIPQ+Trebuchet MS"/>
              </a:rPr>
              <a:t>aplikácie</a:t>
            </a:r>
            <a:endParaRPr sz="2400" dirty="0">
              <a:solidFill>
                <a:srgbClr val="404040"/>
              </a:solidFill>
              <a:latin typeface="TUJTQB+Trebuchet MS"/>
              <a:cs typeface="TUJTQB+Trebuchet MS"/>
            </a:endParaRPr>
          </a:p>
        </p:txBody>
      </p:sp>
      <p:sp>
        <p:nvSpPr>
          <p:cNvPr id="6" name="object 6"/>
          <p:cNvSpPr txBox="1"/>
          <p:nvPr/>
        </p:nvSpPr>
        <p:spPr>
          <a:xfrm>
            <a:off x="695400" y="3840176"/>
            <a:ext cx="8641408" cy="738664"/>
          </a:xfrm>
          <a:prstGeom prst="rect">
            <a:avLst/>
          </a:prstGeom>
        </p:spPr>
        <p:txBody>
          <a:bodyPr vert="horz" wrap="square" lIns="0" tIns="0" rIns="0" bIns="0" rtlCol="0">
            <a:spAutoFit/>
          </a:bodyPr>
          <a:lstStyle/>
          <a:p>
            <a:pPr marL="0" marR="0">
              <a:spcBef>
                <a:spcPts val="0"/>
              </a:spcBef>
              <a:spcAft>
                <a:spcPts val="0"/>
              </a:spcAft>
            </a:pPr>
            <a:r>
              <a:rPr sz="1450" dirty="0">
                <a:solidFill>
                  <a:srgbClr val="5FCBEF"/>
                </a:solidFill>
                <a:latin typeface="MKHQLP+Wingdings 3"/>
                <a:cs typeface="MKHQLP+Wingdings 3"/>
              </a:rPr>
              <a:t></a:t>
            </a:r>
            <a:r>
              <a:rPr sz="1450" spc="1074" dirty="0">
                <a:solidFill>
                  <a:srgbClr val="5FCBEF"/>
                </a:solidFill>
                <a:latin typeface="Times New Roman"/>
                <a:cs typeface="Times New Roman"/>
              </a:rPr>
              <a:t> </a:t>
            </a:r>
            <a:r>
              <a:rPr lang="sk-SK" sz="2400" spc="-45" dirty="0">
                <a:solidFill>
                  <a:srgbClr val="404040"/>
                </a:solidFill>
                <a:latin typeface="TUJTQB+Trebuchet MS"/>
                <a:cs typeface="Times New Roman"/>
              </a:rPr>
              <a:t>p</a:t>
            </a:r>
            <a:r>
              <a:rPr sz="2400" spc="-45" dirty="0" err="1" smtClean="0">
                <a:solidFill>
                  <a:srgbClr val="404040"/>
                </a:solidFill>
                <a:latin typeface="TUJTQB+Trebuchet MS"/>
                <a:cs typeface="TUJTQB+Trebuchet MS"/>
              </a:rPr>
              <a:t>ri</a:t>
            </a:r>
            <a:r>
              <a:rPr sz="2400" spc="40" dirty="0" smtClean="0">
                <a:solidFill>
                  <a:srgbClr val="404040"/>
                </a:solidFill>
                <a:latin typeface="TUJTQB+Trebuchet MS"/>
                <a:cs typeface="TUJTQB+Trebuchet MS"/>
              </a:rPr>
              <a:t> </a:t>
            </a:r>
            <a:r>
              <a:rPr sz="2400" dirty="0">
                <a:solidFill>
                  <a:srgbClr val="404040"/>
                </a:solidFill>
                <a:latin typeface="KEBIPQ+Trebuchet MS"/>
                <a:cs typeface="KEBIPQ+Trebuchet MS"/>
              </a:rPr>
              <a:t>posudzovaní správania</a:t>
            </a:r>
            <a:r>
              <a:rPr sz="2400" spc="52" dirty="0">
                <a:solidFill>
                  <a:srgbClr val="404040"/>
                </a:solidFill>
                <a:latin typeface="KEBIPQ+Trebuchet MS"/>
                <a:cs typeface="KEBIPQ+Trebuchet MS"/>
              </a:rPr>
              <a:t> </a:t>
            </a:r>
            <a:r>
              <a:rPr sz="2400" dirty="0">
                <a:solidFill>
                  <a:srgbClr val="404040"/>
                </a:solidFill>
                <a:latin typeface="KEBIPQ+Trebuchet MS"/>
                <a:cs typeface="KEBIPQ+Trebuchet MS"/>
              </a:rPr>
              <a:t>človeka </a:t>
            </a:r>
            <a:r>
              <a:rPr sz="2400" spc="10" dirty="0">
                <a:solidFill>
                  <a:srgbClr val="404040"/>
                </a:solidFill>
                <a:latin typeface="KEBIPQ+Trebuchet MS"/>
                <a:cs typeface="KEBIPQ+Trebuchet MS"/>
              </a:rPr>
              <a:t>by</a:t>
            </a:r>
            <a:r>
              <a:rPr sz="2400" spc="-23" dirty="0">
                <a:solidFill>
                  <a:srgbClr val="404040"/>
                </a:solidFill>
                <a:latin typeface="KEBIPQ+Trebuchet MS"/>
                <a:cs typeface="KEBIPQ+Trebuchet MS"/>
              </a:rPr>
              <a:t> </a:t>
            </a:r>
            <a:r>
              <a:rPr sz="2400" dirty="0">
                <a:solidFill>
                  <a:srgbClr val="404040"/>
                </a:solidFill>
                <a:latin typeface="KEBIPQ+Trebuchet MS"/>
                <a:cs typeface="KEBIPQ+Trebuchet MS"/>
              </a:rPr>
              <a:t>sme</a:t>
            </a:r>
            <a:r>
              <a:rPr sz="2400" spc="20" dirty="0">
                <a:solidFill>
                  <a:srgbClr val="404040"/>
                </a:solidFill>
                <a:latin typeface="KEBIPQ+Trebuchet MS"/>
                <a:cs typeface="KEBIPQ+Trebuchet MS"/>
              </a:rPr>
              <a:t> </a:t>
            </a:r>
            <a:r>
              <a:rPr sz="2400" dirty="0">
                <a:solidFill>
                  <a:srgbClr val="404040"/>
                </a:solidFill>
                <a:latin typeface="KEBIPQ+Trebuchet MS"/>
                <a:cs typeface="KEBIPQ+Trebuchet MS"/>
              </a:rPr>
              <a:t>mali</a:t>
            </a:r>
            <a:r>
              <a:rPr sz="2400" spc="24" dirty="0">
                <a:solidFill>
                  <a:srgbClr val="404040"/>
                </a:solidFill>
                <a:latin typeface="KEBIPQ+Trebuchet MS"/>
                <a:cs typeface="KEBIPQ+Trebuchet MS"/>
              </a:rPr>
              <a:t> </a:t>
            </a:r>
            <a:r>
              <a:rPr sz="2400" dirty="0">
                <a:solidFill>
                  <a:srgbClr val="404040"/>
                </a:solidFill>
                <a:latin typeface="KEBIPQ+Trebuchet MS"/>
                <a:cs typeface="KEBIPQ+Trebuchet MS"/>
              </a:rPr>
              <a:t>brať</a:t>
            </a:r>
            <a:r>
              <a:rPr sz="2400" spc="-17" dirty="0">
                <a:solidFill>
                  <a:srgbClr val="404040"/>
                </a:solidFill>
                <a:latin typeface="KEBIPQ+Trebuchet MS"/>
                <a:cs typeface="KEBIPQ+Trebuchet MS"/>
              </a:rPr>
              <a:t> </a:t>
            </a:r>
            <a:r>
              <a:rPr sz="2400" dirty="0">
                <a:solidFill>
                  <a:srgbClr val="404040"/>
                </a:solidFill>
                <a:latin typeface="KEBIPQ+Trebuchet MS"/>
                <a:cs typeface="KEBIPQ+Trebuchet MS"/>
              </a:rPr>
              <a:t>do úvahy</a:t>
            </a:r>
            <a:r>
              <a:rPr sz="2400" spc="10" dirty="0">
                <a:solidFill>
                  <a:srgbClr val="404040"/>
                </a:solidFill>
                <a:latin typeface="KEBIPQ+Trebuchet MS"/>
                <a:cs typeface="KEBIPQ+Trebuchet MS"/>
              </a:rPr>
              <a:t> </a:t>
            </a:r>
            <a:r>
              <a:rPr sz="2400" dirty="0">
                <a:solidFill>
                  <a:srgbClr val="404040"/>
                </a:solidFill>
                <a:latin typeface="KEBIPQ+Trebuchet MS"/>
                <a:cs typeface="KEBIPQ+Trebuchet MS"/>
              </a:rPr>
              <a:t>teda</a:t>
            </a:r>
            <a:r>
              <a:rPr sz="2400" spc="-26" dirty="0">
                <a:solidFill>
                  <a:srgbClr val="404040"/>
                </a:solidFill>
                <a:latin typeface="KEBIPQ+Trebuchet MS"/>
                <a:cs typeface="KEBIPQ+Trebuchet MS"/>
              </a:rPr>
              <a:t> </a:t>
            </a:r>
            <a:r>
              <a:rPr sz="2400" dirty="0" err="1">
                <a:solidFill>
                  <a:srgbClr val="404040"/>
                </a:solidFill>
                <a:latin typeface="KEBIPQ+Trebuchet MS"/>
                <a:cs typeface="KEBIPQ+Trebuchet MS"/>
              </a:rPr>
              <a:t>aj</a:t>
            </a:r>
            <a:r>
              <a:rPr sz="2400" spc="25" dirty="0">
                <a:solidFill>
                  <a:srgbClr val="404040"/>
                </a:solidFill>
                <a:latin typeface="KEBIPQ+Trebuchet MS"/>
                <a:cs typeface="KEBIPQ+Trebuchet MS"/>
              </a:rPr>
              <a:t> </a:t>
            </a:r>
            <a:r>
              <a:rPr sz="2400" dirty="0" err="1" smtClean="0">
                <a:solidFill>
                  <a:srgbClr val="404040"/>
                </a:solidFill>
                <a:latin typeface="KEBIPQ+Trebuchet MS"/>
                <a:cs typeface="KEBIPQ+Trebuchet MS"/>
              </a:rPr>
              <a:t>poznatky</a:t>
            </a:r>
            <a:r>
              <a:rPr lang="sk-SK" sz="2400" dirty="0" smtClean="0">
                <a:solidFill>
                  <a:srgbClr val="404040"/>
                </a:solidFill>
                <a:latin typeface="KEBIPQ+Trebuchet MS"/>
                <a:cs typeface="KEBIPQ+Trebuchet MS"/>
              </a:rPr>
              <a:t> z teórie hier</a:t>
            </a:r>
            <a:endParaRPr sz="2400" dirty="0">
              <a:solidFill>
                <a:srgbClr val="404040"/>
              </a:solidFill>
              <a:latin typeface="KEBIPQ+Trebuchet MS"/>
              <a:cs typeface="KEBIPQ+Trebuchet MS"/>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heme Office">
  <a:themeElements>
    <a:clrScheme name="Standard">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ndard">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dar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10413</TotalTime>
  <Words>650</Words>
  <Application>Microsoft Office PowerPoint</Application>
  <PresentationFormat>Širokouhlá</PresentationFormat>
  <Paragraphs>82</Paragraphs>
  <Slides>14</Slides>
  <Notes>0</Notes>
  <HiddenSlides>0</HiddenSlides>
  <MMClips>0</MMClips>
  <ScaleCrop>false</ScaleCrop>
  <HeadingPairs>
    <vt:vector size="6" baseType="variant">
      <vt:variant>
        <vt:lpstr>Použité písma</vt:lpstr>
      </vt:variant>
      <vt:variant>
        <vt:i4>13</vt:i4>
      </vt:variant>
      <vt:variant>
        <vt:lpstr>Motív</vt:lpstr>
      </vt:variant>
      <vt:variant>
        <vt:i4>1</vt:i4>
      </vt:variant>
      <vt:variant>
        <vt:lpstr>Nadpisy snímok</vt:lpstr>
      </vt:variant>
      <vt:variant>
        <vt:i4>14</vt:i4>
      </vt:variant>
    </vt:vector>
  </HeadingPairs>
  <TitlesOfParts>
    <vt:vector size="28" baseType="lpstr">
      <vt:lpstr>KEBIPQ+Trebuchet MS</vt:lpstr>
      <vt:lpstr>QQOPDH+Trebuchet MS Italic</vt:lpstr>
      <vt:lpstr>Times New Roman</vt:lpstr>
      <vt:lpstr>Wingdings</vt:lpstr>
      <vt:lpstr>Calibri</vt:lpstr>
      <vt:lpstr>Arial</vt:lpstr>
      <vt:lpstr>TUJTQB+Trebuchet MS</vt:lpstr>
      <vt:lpstr>DUARWJ+Trebuchet MS Bold</vt:lpstr>
      <vt:lpstr>LIGQAD+Century Gothic Bold</vt:lpstr>
      <vt:lpstr>MKHQLP+Wingdings 3</vt:lpstr>
      <vt:lpstr>SDUHJH+Arial</vt:lpstr>
      <vt:lpstr>JNBHTM+Trebuchet MS Bold</vt:lpstr>
      <vt:lpstr>Sitka Heading</vt:lpstr>
      <vt:lpstr>Theme Office</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PowerPoint</dc:title>
  <dc:creator>doc2pdf</dc:creator>
  <cp:lastModifiedBy>user ucebne</cp:lastModifiedBy>
  <cp:revision>44</cp:revision>
  <dcterms:modified xsi:type="dcterms:W3CDTF">2025-11-27T09:39:47Z</dcterms:modified>
</cp:coreProperties>
</file>