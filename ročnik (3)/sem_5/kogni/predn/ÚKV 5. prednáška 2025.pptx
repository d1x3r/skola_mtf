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ppt/comments/comment6.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Lst>
  <p:sldSz cx="12192000" cy="6858000"/>
  <p:notesSz cx="12192000" cy="6858000"/>
  <p:embeddedFontLst>
    <p:embeddedFont>
      <p:font typeface="UOKHAD+Wingdings" panose="020B0604020202020204" charset="2"/>
      <p:regular r:id="rId24"/>
    </p:embeddedFont>
    <p:embeddedFont>
      <p:font typeface="Calibri" panose="020F0502020204030204" pitchFamily="34" charset="0"/>
      <p:regular r:id="rId25"/>
      <p:bold r:id="rId26"/>
      <p:italic r:id="rId27"/>
      <p:boldItalic r:id="rId28"/>
    </p:embeddedFont>
    <p:embeddedFont>
      <p:font typeface="RBLPUO+Trebuchet MS Bold" panose="020B0604020202020204" charset="0"/>
      <p:regular r:id="rId29"/>
    </p:embeddedFont>
    <p:embeddedFont>
      <p:font typeface="GIAWCR+Trebuchet MS Bold" panose="020B0604020202020204" charset="0"/>
      <p:regular r:id="rId30"/>
    </p:embeddedFont>
    <p:embeddedFont>
      <p:font typeface="MHWTFQ+Trebuchet MS" panose="020B0604020202020204" charset="0"/>
      <p:regular r:id="rId31"/>
    </p:embeddedFont>
    <p:embeddedFont>
      <p:font typeface="BAQUAG+Arial" panose="020B0604020202020204" charset="0"/>
      <p:regular r:id="rId32"/>
    </p:embeddedFont>
    <p:embeddedFont>
      <p:font typeface="FPBUOD+Trebuchet MS" panose="020B0604020202020204" charset="0"/>
      <p:regular r:id="rId33"/>
    </p:embeddedFont>
    <p:embeddedFont>
      <p:font typeface="LEIREG+Wingdings 3" panose="020B0604020202020204" charset="2"/>
      <p:regular r:id="rId34"/>
    </p:embeddedFont>
    <p:embeddedFont>
      <p:font typeface="Times New Roman" panose="02020603050405020304" pitchFamily="18" charset="0"/>
      <p:regular r:id="rId35"/>
    </p:embeddedFont>
  </p:embeddedFontLst>
  <p:defaultTextStyle>
    <a:defPPr>
      <a:defRPr lang="sk-S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68">
          <p15:clr>
            <a:srgbClr val="A4A3A4"/>
          </p15:clr>
        </p15:guide>
        <p15:guide id="2" pos="2448">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Ivana Novotná" initials="IN" lastIdx="8" clrIdx="0">
    <p:extLst>
      <p:ext uri="{19B8F6BF-5375-455C-9EA6-DF929625EA0E}">
        <p15:presenceInfo xmlns:p15="http://schemas.microsoft.com/office/powerpoint/2012/main" userId="Ivana Novotná"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p:cViewPr varScale="1">
        <p:scale>
          <a:sx n="87" d="100"/>
          <a:sy n="87" d="100"/>
        </p:scale>
        <p:origin x="528" y="58"/>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1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5.fntdata"/><Relationship Id="rId36"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8" Type="http://schemas.openxmlformats.org/officeDocument/2006/relationships/slide" Target="slides/slide7.xml"/><Relationship Id="rId3" Type="http://schemas.openxmlformats.org/officeDocument/2006/relationships/slide" Target="slides/slide2.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5-11-11T12:49:49.001" idx="6">
    <p:pos x="4933" y="1340"/>
    <p:text>Niektoré teórie rozhodovania spomínajú proces začínajúci analýzou problému, následne syntézou a tá vyústi do záverečného rozhodnutia.</p:text>
    <p:extLst>
      <p:ext uri="{C676402C-5697-4E1C-873F-D02D1690AC5C}">
        <p15:threadingInfo xmlns:p15="http://schemas.microsoft.com/office/powerpoint/2012/main" timeZoneBias="-6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4-11-22T11:19:20.032" idx="4">
    <p:pos x="3855" y="307"/>
    <p:text>Predstavte si situáciu, že pracujete na železničnej trati. Vidíte drezinu, ako
sa rúti smerom na 4 pracujúcich mužov na trati. Sú príliš ďaleko na to, aby
ste ich mohli pred hrozbou varovať. Ak nič neurobíte, čaká ich istá smrť.
Zbadáte výhybku, ktorou môžete prehodiť rútiacu sa drezinu na inú koľaj a tak život mužov zachrániť. Ale na tej koľaji pracuje ďalší muž. Ak prehodíte
výhybku, ten muž určite zomrie. Čo urobíte? Prehodíte výhybku? Na
rozhodnutie máte iba pár sekúnd.</p:text>
    <p:extLst>
      <p:ext uri="{C676402C-5697-4E1C-873F-D02D1690AC5C}">
        <p15:threadingInfo xmlns:p15="http://schemas.microsoft.com/office/powerpoint/2012/main" timeZoneBias="-6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4-11-22T11:25:06.334" idx="5">
    <p:pos x="3617" y="482"/>
    <p:text>Teraz je príbeh trochu upravený. Stále platí, že na trati pracujú 4 muži a rúti
sa na nich drezina. Ale nie je tu žiadna výhybka, ktorou by ste drezinu
odklonili. Namiesto toho na veži pri trati stojí statný muž. Ak by ste ho zhodili dole na koľaje, jeho váha by stačila na to, aby drezinu zastavila a vy by ste tak zachránili životy 4 mužov. Obetujete jedného, aby ste zachránili
viacerých? Čo urobíte? Strčíte do toho muža alebo nie?</p:text>
    <p:extLst>
      <p:ext uri="{C676402C-5697-4E1C-873F-D02D1690AC5C}">
        <p15:threadingInfo xmlns:p15="http://schemas.microsoft.com/office/powerpoint/2012/main" timeZoneBias="-6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2-11-27T22:24:34.746" idx="2">
    <p:pos x="2643" y="1256"/>
    <p:text>Mezolimbická dráha - dráha odmeny - dopaminergná dráha (dopamín uvoľňujúca) spája oblasť v strednom mozgu s bazálnymi gangliami v prednom mozgu.</p:text>
    <p:extLst mod="1">
      <p:ext uri="{C676402C-5697-4E1C-873F-D02D1690AC5C}">
        <p15:threadingInfo xmlns:p15="http://schemas.microsoft.com/office/powerpoint/2012/main" timeZoneBias="-60"/>
      </p:ext>
    </p:extLst>
  </p:cm>
  <p:cm authorId="1" dt="2022-11-27T22:32:30.726" idx="3">
    <p:pos x="2643" y="1392"/>
    <p:text>Bazálne gangliá sú skupina jadier neurónov v mozgu prepojené s mozgovou kôrou, medzimozgom (talamus) a mozgovým kmeňom. Ide o  jadrá sivej hmoty ponorené v bielej hmote. Bazálne gangliá cicavcov plnia rôzne funkcie, ako napr. motorickú kontrolu, kognitívne funkcie, vplývajú na emócie a učenie.</p:text>
    <p:extLst mod="1">
      <p:ext uri="{C676402C-5697-4E1C-873F-D02D1690AC5C}">
        <p15:threadingInfo xmlns:p15="http://schemas.microsoft.com/office/powerpoint/2012/main" timeZoneBias="-60">
          <p15:parentCm authorId="1" idx="2"/>
        </p15:threadingInfo>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2-11-27T22:02:41.124" idx="1">
    <p:pos x="5018" y="1312"/>
    <p:text>Vývojovo starý neuronálny systém odmeny umožňuje človeku identifikovať a vyhľadávať zdroje pozitívnych zážitkov. Prostredníctvom neho jedinec prežíva pocity slasti pri uspokojovaní základných životných potrieb (napr. príjem potravy...). Primárnou úlohou tohto mozgového systému bola podpora činností  zabezpečujúcich prežitie a zachovanie rodu.
U sociálne žijúcich živočíchov môže takúto odmenu poskytnúť dosiahnutie vyššej úrovne sociálnej hierarchie či množstvo ďalších podnetov (zážitok krásy, cti, športový výkon, peniaze...). Získanie odmeny v podobe prežívania pocitu slasti predstavuje jeden zo základných cieľov vôľového konania.
Motivácia transformuje vidinu odmeny do konkrétnej činnosti. V procese rozhodovania sa z viacerých možností zvolí tá, ktorá na základe skúseností, vedomostí či očakávania povedie k dosiahnutiu  cieľa.</p:text>
    <p:extLst>
      <p:ext uri="{C676402C-5697-4E1C-873F-D02D1690AC5C}">
        <p15:threadingInfo xmlns:p15="http://schemas.microsoft.com/office/powerpoint/2012/main" timeZoneBias="-60"/>
      </p:ext>
    </p:extLst>
  </p:cm>
  <p:cm authorId="1" dt="2025-11-11T12:57:08.565" idx="7">
    <p:pos x="4070" y="1327"/>
    <p:text>- čiže v mezolimbickej dráhe - sieť neurónov umiestnená v mozgu, ktorá spája určité časti stredného mozgu  so štruktúrami v limbickom systéme</p:text>
    <p:extLst>
      <p:ext uri="{C676402C-5697-4E1C-873F-D02D1690AC5C}">
        <p15:threadingInfo xmlns:p15="http://schemas.microsoft.com/office/powerpoint/2012/main" timeZoneBias="-60"/>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1" dt="2025-11-11T13:02:17.979" idx="8">
    <p:pos x="4815" y="2360"/>
    <p:text>Keby som Vám ponúkla známku E hneď, alebo A na konci skúškového, čo by ste si vybrali?</p:text>
    <p:extLst>
      <p:ext uri="{C676402C-5697-4E1C-873F-D02D1690AC5C}">
        <p15:threadingInfo xmlns:p15="http://schemas.microsoft.com/office/powerpoint/2012/main" timeZoneBias="-6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Header 1"/>
          <p:cNvSpPr>
            <a:spLocks noGrp="1"/>
          </p:cNvSpPr>
          <p:nvPr>
            <p:ph type="title"/>
          </p:nvPr>
        </p:nvSpPr>
        <p:spPr/>
        <p:txBody>
          <a:bodyPr/>
          <a:lstStyle/>
          <a:p>
            <a:r>
              <a:rPr lang="en-US" smtClean="0"/>
              <a:t>Title</a:t>
            </a:r>
            <a:endParaRPr lang="en-US"/>
          </a:p>
        </p:txBody>
      </p:sp>
      <p:sp>
        <p:nvSpPr>
          <p:cNvPr id="3" name="Text 2"/>
          <p:cNvSpPr>
            <a:spLocks noGrp="1"/>
          </p:cNvSpPr>
          <p:nvPr>
            <p:ph type="body" idx="1"/>
          </p:nvPr>
        </p:nvSpPr>
        <p:spPr/>
        <p:txBody>
          <a:bodyPr/>
          <a:lstStyle/>
          <a:p>
            <a:pPr lvl="0"/>
            <a:r>
              <a:rPr lang="en-US" smtClean="0"/>
              <a:t>Text</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3"/>
          <p:cNvSpPr>
            <a:spLocks noGrp="1"/>
          </p:cNvSpPr>
          <p:nvPr>
            <p:ph type="dt" sz="half" idx="10"/>
          </p:nvPr>
        </p:nvSpPr>
        <p:spPr/>
        <p:txBody>
          <a:bodyPr/>
          <a:lstStyle/>
          <a:p>
            <a:fld id="{C16525B2-4347-4F72-BAF7-76B19438D329}" type="datetimeFigureOut">
              <a:rPr lang="en-US" smtClean="0"/>
              <a:t>11/27/2025</a:t>
            </a:fld>
            <a:endParaRPr lang="en-US"/>
          </a:p>
        </p:txBody>
      </p:sp>
      <p:sp>
        <p:nvSpPr>
          <p:cNvPr id="5" name="Footer 4"/>
          <p:cNvSpPr>
            <a:spLocks noGrp="1"/>
          </p:cNvSpPr>
          <p:nvPr>
            <p:ph type="ftr" sz="quarter" idx="11"/>
          </p:nvPr>
        </p:nvSpPr>
        <p:spPr/>
        <p:txBody>
          <a:bodyPr/>
          <a:lstStyle/>
          <a:p>
            <a:endParaRPr lang="en-US"/>
          </a:p>
        </p:txBody>
      </p:sp>
      <p:sp>
        <p:nvSpPr>
          <p:cNvPr id="6" name="Slide number 5"/>
          <p:cNvSpPr>
            <a:spLocks noGrp="1"/>
          </p:cNvSpPr>
          <p:nvPr>
            <p:ph type="sldNum" sz="quarter" idx="12"/>
          </p:nvPr>
        </p:nvSpPr>
        <p:spPr/>
        <p:txBody>
          <a:bodyPr/>
          <a:lstStyle/>
          <a:p>
            <a:fld id="{80F073CC-40D5-4B23-8DF0-9BD0A0C12F2C}"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77666" y="427735"/>
            <a:ext cx="6797992" cy="1710943"/>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377666" y="2459482"/>
            <a:ext cx="6797992" cy="7057644"/>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568130" y="9944862"/>
            <a:ext cx="2417063" cy="53467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77666" y="9944862"/>
            <a:ext cx="1737264" cy="53467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11/27/2025</a:t>
            </a:fld>
            <a:endParaRPr lang="en-US"/>
          </a:p>
        </p:txBody>
      </p:sp>
      <p:sp>
        <p:nvSpPr>
          <p:cNvPr id="6" name="Holder 6"/>
          <p:cNvSpPr>
            <a:spLocks noGrp="1"/>
          </p:cNvSpPr>
          <p:nvPr>
            <p:ph type="sldNum" sz="quarter" idx="7"/>
          </p:nvPr>
        </p:nvSpPr>
        <p:spPr>
          <a:xfrm>
            <a:off x="5438394" y="9944862"/>
            <a:ext cx="1737264" cy="53467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omments" Target="../comments/comment3.xml"/><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www.youtube.com/watch?v=SF-cDSpE6p0" TargetMode="External"/><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omments" Target="../comments/comment4.xml"/><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omments" Target="../comments/comment5.xml"/><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omments" Target="../comments/comment6.xml"/><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3019679" y="3204126"/>
            <a:ext cx="6502269" cy="1333698"/>
          </a:xfrm>
          <a:prstGeom prst="rect">
            <a:avLst/>
          </a:prstGeom>
        </p:spPr>
        <p:txBody>
          <a:bodyPr vert="horz" wrap="square" lIns="0" tIns="0" rIns="0" bIns="0" rtlCol="0">
            <a:spAutoFit/>
          </a:bodyPr>
          <a:lstStyle/>
          <a:p>
            <a:pPr marL="0" marR="0">
              <a:lnSpc>
                <a:spcPts val="6272"/>
              </a:lnSpc>
              <a:spcBef>
                <a:spcPts val="0"/>
              </a:spcBef>
              <a:spcAft>
                <a:spcPts val="0"/>
              </a:spcAft>
            </a:pPr>
            <a:r>
              <a:rPr sz="5400" spc="-109" dirty="0">
                <a:solidFill>
                  <a:srgbClr val="236292"/>
                </a:solidFill>
                <a:latin typeface="MHWTFQ+Trebuchet MS"/>
                <a:cs typeface="MHWTFQ+Trebuchet MS"/>
              </a:rPr>
              <a:t>Teória</a:t>
            </a:r>
            <a:r>
              <a:rPr sz="5400" spc="108" dirty="0">
                <a:solidFill>
                  <a:srgbClr val="236292"/>
                </a:solidFill>
                <a:latin typeface="MHWTFQ+Trebuchet MS"/>
                <a:cs typeface="MHWTFQ+Trebuchet MS"/>
              </a:rPr>
              <a:t> </a:t>
            </a:r>
            <a:r>
              <a:rPr sz="5400" dirty="0">
                <a:solidFill>
                  <a:srgbClr val="236292"/>
                </a:solidFill>
                <a:latin typeface="MHWTFQ+Trebuchet MS"/>
                <a:cs typeface="MHWTFQ+Trebuchet MS"/>
              </a:rPr>
              <a:t>rozhodovania</a:t>
            </a:r>
          </a:p>
          <a:p>
            <a:pPr marL="4306189" marR="0">
              <a:lnSpc>
                <a:spcPts val="3260"/>
              </a:lnSpc>
              <a:spcBef>
                <a:spcPts val="846"/>
              </a:spcBef>
              <a:spcAft>
                <a:spcPts val="0"/>
              </a:spcAft>
            </a:pPr>
            <a:r>
              <a:rPr lang="sk-SK" sz="2800" dirty="0">
                <a:solidFill>
                  <a:srgbClr val="000000"/>
                </a:solidFill>
                <a:latin typeface="MHWTFQ+Trebuchet MS"/>
                <a:cs typeface="MHWTFQ+Trebuchet MS"/>
              </a:rPr>
              <a:t>5</a:t>
            </a:r>
            <a:r>
              <a:rPr sz="2800" dirty="0" smtClean="0">
                <a:solidFill>
                  <a:srgbClr val="000000"/>
                </a:solidFill>
                <a:latin typeface="MHWTFQ+Trebuchet MS"/>
                <a:cs typeface="MHWTFQ+Trebuchet MS"/>
              </a:rPr>
              <a:t>. </a:t>
            </a:r>
            <a:r>
              <a:rPr sz="2800" dirty="0">
                <a:solidFill>
                  <a:srgbClr val="000000"/>
                </a:solidFill>
                <a:latin typeface="MHWTFQ+Trebuchet MS"/>
                <a:cs typeface="MHWTFQ+Trebuchet MS"/>
              </a:rPr>
              <a:t>prednáška</a:t>
            </a:r>
          </a:p>
        </p:txBody>
      </p:sp>
      <p:sp>
        <p:nvSpPr>
          <p:cNvPr id="4" name="object 4"/>
          <p:cNvSpPr txBox="1"/>
          <p:nvPr/>
        </p:nvSpPr>
        <p:spPr>
          <a:xfrm>
            <a:off x="5519936" y="4662695"/>
            <a:ext cx="4004071" cy="423193"/>
          </a:xfrm>
          <a:prstGeom prst="rect">
            <a:avLst/>
          </a:prstGeom>
        </p:spPr>
        <p:txBody>
          <a:bodyPr vert="horz" wrap="square" lIns="0" tIns="0" rIns="0" bIns="0" rtlCol="0">
            <a:spAutoFit/>
          </a:bodyPr>
          <a:lstStyle/>
          <a:p>
            <a:pPr marL="0" marR="0">
              <a:lnSpc>
                <a:spcPts val="3263"/>
              </a:lnSpc>
              <a:spcBef>
                <a:spcPts val="0"/>
              </a:spcBef>
              <a:spcAft>
                <a:spcPts val="0"/>
              </a:spcAft>
            </a:pPr>
            <a:r>
              <a:rPr sz="2800" spc="-94" dirty="0">
                <a:solidFill>
                  <a:srgbClr val="000000"/>
                </a:solidFill>
                <a:latin typeface="MHWTFQ+Trebuchet MS"/>
                <a:cs typeface="MHWTFQ+Trebuchet MS"/>
              </a:rPr>
              <a:t>Mgr.</a:t>
            </a:r>
            <a:r>
              <a:rPr sz="2800" spc="100" dirty="0">
                <a:solidFill>
                  <a:srgbClr val="000000"/>
                </a:solidFill>
                <a:latin typeface="MHWTFQ+Trebuchet MS"/>
                <a:cs typeface="MHWTFQ+Trebuchet MS"/>
              </a:rPr>
              <a:t> </a:t>
            </a:r>
            <a:r>
              <a:rPr lang="sk-SK" sz="2800" dirty="0" smtClean="0">
                <a:solidFill>
                  <a:srgbClr val="000000"/>
                </a:solidFill>
                <a:latin typeface="MHWTFQ+Trebuchet MS"/>
                <a:cs typeface="MHWTFQ+Trebuchet MS"/>
              </a:rPr>
              <a:t>Ivana </a:t>
            </a:r>
            <a:r>
              <a:rPr lang="sk-SK" sz="2800" dirty="0" err="1" smtClean="0">
                <a:solidFill>
                  <a:srgbClr val="000000"/>
                </a:solidFill>
                <a:latin typeface="MHWTFQ+Trebuchet MS"/>
                <a:cs typeface="MHWTFQ+Trebuchet MS"/>
              </a:rPr>
              <a:t>Novotn</a:t>
            </a:r>
            <a:r>
              <a:rPr sz="2800" dirty="0" smtClean="0">
                <a:solidFill>
                  <a:srgbClr val="000000"/>
                </a:solidFill>
                <a:latin typeface="MHWTFQ+Trebuchet MS"/>
                <a:cs typeface="MHWTFQ+Trebuchet MS"/>
              </a:rPr>
              <a:t>á</a:t>
            </a:r>
            <a:r>
              <a:rPr lang="sk-SK" sz="2800" dirty="0" smtClean="0">
                <a:solidFill>
                  <a:srgbClr val="000000"/>
                </a:solidFill>
                <a:latin typeface="MHWTFQ+Trebuchet MS"/>
                <a:cs typeface="MHWTFQ+Trebuchet MS"/>
              </a:rPr>
              <a:t>, PhD.</a:t>
            </a:r>
            <a:endParaRPr sz="2800" dirty="0">
              <a:solidFill>
                <a:srgbClr val="000000"/>
              </a:solidFill>
              <a:latin typeface="MHWTFQ+Trebuchet MS"/>
              <a:cs typeface="MHWTFQ+Trebuchet MS"/>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769010" y="671782"/>
            <a:ext cx="3479688" cy="629135"/>
          </a:xfrm>
          <a:prstGeom prst="rect">
            <a:avLst/>
          </a:prstGeom>
        </p:spPr>
        <p:txBody>
          <a:bodyPr vert="horz" wrap="square" lIns="0" tIns="0" rIns="0" bIns="0" rtlCol="0">
            <a:spAutoFit/>
          </a:bodyPr>
          <a:lstStyle/>
          <a:p>
            <a:pPr marL="0" marR="0">
              <a:lnSpc>
                <a:spcPts val="4653"/>
              </a:lnSpc>
              <a:spcBef>
                <a:spcPts val="0"/>
              </a:spcBef>
              <a:spcAft>
                <a:spcPts val="0"/>
              </a:spcAft>
            </a:pPr>
            <a:r>
              <a:rPr sz="4000" b="1" dirty="0">
                <a:solidFill>
                  <a:srgbClr val="5FCBEF"/>
                </a:solidFill>
                <a:latin typeface="RBLPUO+Trebuchet MS Bold"/>
                <a:cs typeface="RBLPUO+Trebuchet MS Bold"/>
              </a:rPr>
              <a:t>Rozhodovanie</a:t>
            </a:r>
          </a:p>
        </p:txBody>
      </p:sp>
      <p:sp>
        <p:nvSpPr>
          <p:cNvPr id="4" name="object 4"/>
          <p:cNvSpPr txBox="1"/>
          <p:nvPr/>
        </p:nvSpPr>
        <p:spPr>
          <a:xfrm>
            <a:off x="6263640" y="2039740"/>
            <a:ext cx="4625906" cy="1491095"/>
          </a:xfrm>
          <a:prstGeom prst="rect">
            <a:avLst/>
          </a:prstGeom>
        </p:spPr>
        <p:txBody>
          <a:bodyPr vert="horz" wrap="square" lIns="0" tIns="0" rIns="0" bIns="0" rtlCol="0">
            <a:spAutoFit/>
          </a:bodyPr>
          <a:lstStyle/>
          <a:p>
            <a:pPr marL="0" marR="0">
              <a:lnSpc>
                <a:spcPts val="3012"/>
              </a:lnSpc>
              <a:spcBef>
                <a:spcPts val="0"/>
              </a:spcBef>
              <a:spcAft>
                <a:spcPts val="0"/>
              </a:spcAft>
            </a:pPr>
            <a:r>
              <a:rPr sz="2100" dirty="0">
                <a:solidFill>
                  <a:srgbClr val="5FCBEF"/>
                </a:solidFill>
                <a:latin typeface="LEIREG+Wingdings 3"/>
                <a:cs typeface="LEIREG+Wingdings 3"/>
              </a:rPr>
              <a:t></a:t>
            </a:r>
            <a:r>
              <a:rPr sz="2100" spc="340" dirty="0">
                <a:solidFill>
                  <a:srgbClr val="5FCBEF"/>
                </a:solidFill>
                <a:latin typeface="Times New Roman"/>
                <a:cs typeface="Times New Roman"/>
              </a:rPr>
              <a:t> </a:t>
            </a:r>
            <a:r>
              <a:rPr sz="2600" dirty="0" err="1" smtClean="0">
                <a:solidFill>
                  <a:srgbClr val="404040"/>
                </a:solidFill>
                <a:latin typeface="FPBUOD+Trebuchet MS"/>
                <a:cs typeface="FPBUOD+Trebuchet MS"/>
              </a:rPr>
              <a:t>intelektovo-</a:t>
            </a:r>
            <a:r>
              <a:rPr sz="2600" dirty="0" err="1" smtClean="0">
                <a:solidFill>
                  <a:srgbClr val="404040"/>
                </a:solidFill>
                <a:latin typeface="MHWTFQ+Trebuchet MS"/>
                <a:cs typeface="MHWTFQ+Trebuchet MS"/>
              </a:rPr>
              <a:t>vôľový</a:t>
            </a:r>
            <a:endParaRPr sz="2600" dirty="0">
              <a:solidFill>
                <a:srgbClr val="404040"/>
              </a:solidFill>
              <a:latin typeface="MHWTFQ+Trebuchet MS"/>
              <a:cs typeface="MHWTFQ+Trebuchet MS"/>
            </a:endParaRPr>
          </a:p>
          <a:p>
            <a:pPr marL="344423" marR="0">
              <a:lnSpc>
                <a:spcPts val="2810"/>
              </a:lnSpc>
              <a:spcBef>
                <a:spcPts val="0"/>
              </a:spcBef>
              <a:spcAft>
                <a:spcPts val="0"/>
              </a:spcAft>
            </a:pPr>
            <a:r>
              <a:rPr sz="2600" dirty="0">
                <a:solidFill>
                  <a:srgbClr val="404040"/>
                </a:solidFill>
                <a:latin typeface="MHWTFQ+Trebuchet MS"/>
                <a:cs typeface="MHWTFQ+Trebuchet MS"/>
              </a:rPr>
              <a:t>proces</a:t>
            </a:r>
            <a:r>
              <a:rPr sz="2600" spc="43" dirty="0">
                <a:solidFill>
                  <a:srgbClr val="404040"/>
                </a:solidFill>
                <a:latin typeface="MHWTFQ+Trebuchet MS"/>
                <a:cs typeface="MHWTFQ+Trebuchet MS"/>
              </a:rPr>
              <a:t> </a:t>
            </a:r>
            <a:r>
              <a:rPr sz="2600" dirty="0">
                <a:solidFill>
                  <a:srgbClr val="404040"/>
                </a:solidFill>
                <a:latin typeface="MHWTFQ+Trebuchet MS"/>
                <a:cs typeface="MHWTFQ+Trebuchet MS"/>
              </a:rPr>
              <a:t>uvažovania</a:t>
            </a:r>
            <a:r>
              <a:rPr sz="2600" spc="36" dirty="0">
                <a:solidFill>
                  <a:srgbClr val="404040"/>
                </a:solidFill>
                <a:latin typeface="MHWTFQ+Trebuchet MS"/>
                <a:cs typeface="MHWTFQ+Trebuchet MS"/>
              </a:rPr>
              <a:t> </a:t>
            </a:r>
            <a:r>
              <a:rPr sz="2600" dirty="0">
                <a:solidFill>
                  <a:srgbClr val="404040"/>
                </a:solidFill>
                <a:latin typeface="MHWTFQ+Trebuchet MS"/>
                <a:cs typeface="MHWTFQ+Trebuchet MS"/>
              </a:rPr>
              <a:t>o </a:t>
            </a:r>
            <a:r>
              <a:rPr sz="2600" dirty="0" err="1" smtClean="0">
                <a:solidFill>
                  <a:srgbClr val="404040"/>
                </a:solidFill>
                <a:latin typeface="MHWTFQ+Trebuchet MS"/>
                <a:cs typeface="MHWTFQ+Trebuchet MS"/>
              </a:rPr>
              <a:t>cieľoch</a:t>
            </a:r>
            <a:r>
              <a:rPr lang="sk-SK" sz="2600" dirty="0" smtClean="0">
                <a:solidFill>
                  <a:srgbClr val="404040"/>
                </a:solidFill>
                <a:latin typeface="MHWTFQ+Trebuchet MS"/>
                <a:cs typeface="MHWTFQ+Trebuchet MS"/>
              </a:rPr>
              <a:t>,</a:t>
            </a:r>
            <a:endParaRPr sz="2600" dirty="0">
              <a:solidFill>
                <a:srgbClr val="404040"/>
              </a:solidFill>
              <a:latin typeface="MHWTFQ+Trebuchet MS"/>
              <a:cs typeface="MHWTFQ+Trebuchet MS"/>
            </a:endParaRPr>
          </a:p>
          <a:p>
            <a:pPr marL="344423" marR="0">
              <a:lnSpc>
                <a:spcPts val="2807"/>
              </a:lnSpc>
              <a:spcBef>
                <a:spcPts val="0"/>
              </a:spcBef>
              <a:spcAft>
                <a:spcPts val="0"/>
              </a:spcAft>
            </a:pPr>
            <a:r>
              <a:rPr sz="2600" dirty="0" err="1" smtClean="0">
                <a:solidFill>
                  <a:srgbClr val="404040"/>
                </a:solidFill>
                <a:latin typeface="MHWTFQ+Trebuchet MS"/>
                <a:cs typeface="MHWTFQ+Trebuchet MS"/>
              </a:rPr>
              <a:t>spôsoboch</a:t>
            </a:r>
            <a:r>
              <a:rPr sz="2600" spc="55" dirty="0" smtClean="0">
                <a:solidFill>
                  <a:srgbClr val="404040"/>
                </a:solidFill>
                <a:latin typeface="MHWTFQ+Trebuchet MS"/>
                <a:cs typeface="MHWTFQ+Trebuchet MS"/>
              </a:rPr>
              <a:t> </a:t>
            </a:r>
            <a:r>
              <a:rPr lang="sk-SK" sz="2600" spc="55" dirty="0" smtClean="0">
                <a:solidFill>
                  <a:srgbClr val="404040"/>
                </a:solidFill>
                <a:latin typeface="MHWTFQ+Trebuchet MS"/>
                <a:cs typeface="MHWTFQ+Trebuchet MS"/>
              </a:rPr>
              <a:t>a</a:t>
            </a:r>
            <a:r>
              <a:rPr sz="2600" spc="-12" dirty="0" smtClean="0">
                <a:solidFill>
                  <a:srgbClr val="404040"/>
                </a:solidFill>
                <a:latin typeface="MHWTFQ+Trebuchet MS"/>
                <a:cs typeface="MHWTFQ+Trebuchet MS"/>
              </a:rPr>
              <a:t> </a:t>
            </a:r>
            <a:r>
              <a:rPr sz="2600" dirty="0">
                <a:solidFill>
                  <a:srgbClr val="404040"/>
                </a:solidFill>
                <a:latin typeface="MHWTFQ+Trebuchet MS"/>
                <a:cs typeface="MHWTFQ+Trebuchet MS"/>
              </a:rPr>
              <a:t>prostriedkoch</a:t>
            </a:r>
          </a:p>
          <a:p>
            <a:pPr marL="344423" marR="0">
              <a:lnSpc>
                <a:spcPts val="2811"/>
              </a:lnSpc>
              <a:spcBef>
                <a:spcPts val="0"/>
              </a:spcBef>
              <a:spcAft>
                <a:spcPts val="0"/>
              </a:spcAft>
            </a:pPr>
            <a:r>
              <a:rPr sz="2600" dirty="0">
                <a:solidFill>
                  <a:srgbClr val="404040"/>
                </a:solidFill>
                <a:latin typeface="FPBUOD+Trebuchet MS"/>
                <a:cs typeface="FPBUOD+Trebuchet MS"/>
              </a:rPr>
              <a:t>na</a:t>
            </a:r>
            <a:r>
              <a:rPr sz="2600" spc="13" dirty="0">
                <a:solidFill>
                  <a:srgbClr val="404040"/>
                </a:solidFill>
                <a:latin typeface="FPBUOD+Trebuchet MS"/>
                <a:cs typeface="FPBUOD+Trebuchet MS"/>
              </a:rPr>
              <a:t> </a:t>
            </a:r>
            <a:r>
              <a:rPr sz="2600" dirty="0">
                <a:solidFill>
                  <a:srgbClr val="404040"/>
                </a:solidFill>
                <a:latin typeface="FPBUOD+Trebuchet MS"/>
                <a:cs typeface="FPBUOD+Trebuchet MS"/>
              </a:rPr>
              <a:t>ich</a:t>
            </a:r>
            <a:r>
              <a:rPr sz="2600" spc="24" dirty="0">
                <a:solidFill>
                  <a:srgbClr val="404040"/>
                </a:solidFill>
                <a:latin typeface="FPBUOD+Trebuchet MS"/>
                <a:cs typeface="FPBUOD+Trebuchet MS"/>
              </a:rPr>
              <a:t> </a:t>
            </a:r>
            <a:r>
              <a:rPr sz="2600" dirty="0">
                <a:solidFill>
                  <a:srgbClr val="404040"/>
                </a:solidFill>
                <a:latin typeface="FPBUOD+Trebuchet MS"/>
                <a:cs typeface="FPBUOD+Trebuchet MS"/>
              </a:rPr>
              <a:t>dosiahnutie</a:t>
            </a:r>
          </a:p>
        </p:txBody>
      </p:sp>
      <p:sp>
        <p:nvSpPr>
          <p:cNvPr id="5" name="object 5"/>
          <p:cNvSpPr txBox="1"/>
          <p:nvPr/>
        </p:nvSpPr>
        <p:spPr>
          <a:xfrm>
            <a:off x="6263640" y="3594855"/>
            <a:ext cx="3996177" cy="743793"/>
          </a:xfrm>
          <a:prstGeom prst="rect">
            <a:avLst/>
          </a:prstGeom>
        </p:spPr>
        <p:txBody>
          <a:bodyPr vert="horz" wrap="square" lIns="0" tIns="0" rIns="0" bIns="0" rtlCol="0">
            <a:spAutoFit/>
          </a:bodyPr>
          <a:lstStyle/>
          <a:p>
            <a:pPr marL="0" marR="0">
              <a:lnSpc>
                <a:spcPts val="3012"/>
              </a:lnSpc>
              <a:spcBef>
                <a:spcPts val="0"/>
              </a:spcBef>
              <a:spcAft>
                <a:spcPts val="0"/>
              </a:spcAft>
            </a:pPr>
            <a:r>
              <a:rPr sz="2100" dirty="0">
                <a:solidFill>
                  <a:srgbClr val="5FCBEF"/>
                </a:solidFill>
                <a:latin typeface="LEIREG+Wingdings 3"/>
                <a:cs typeface="LEIREG+Wingdings 3"/>
              </a:rPr>
              <a:t></a:t>
            </a:r>
            <a:r>
              <a:rPr sz="2100" spc="340" dirty="0">
                <a:solidFill>
                  <a:srgbClr val="5FCBEF"/>
                </a:solidFill>
                <a:latin typeface="Times New Roman"/>
                <a:cs typeface="Times New Roman"/>
              </a:rPr>
              <a:t> </a:t>
            </a:r>
            <a:r>
              <a:rPr sz="2600" dirty="0" err="1" smtClean="0">
                <a:solidFill>
                  <a:srgbClr val="404040"/>
                </a:solidFill>
                <a:latin typeface="MHWTFQ+Trebuchet MS"/>
                <a:cs typeface="MHWTFQ+Trebuchet MS"/>
              </a:rPr>
              <a:t>kritické</a:t>
            </a:r>
            <a:r>
              <a:rPr sz="2600" spc="47" dirty="0" smtClean="0">
                <a:solidFill>
                  <a:srgbClr val="404040"/>
                </a:solidFill>
                <a:latin typeface="MHWTFQ+Trebuchet MS"/>
                <a:cs typeface="MHWTFQ+Trebuchet MS"/>
              </a:rPr>
              <a:t> </a:t>
            </a:r>
            <a:r>
              <a:rPr sz="2600" dirty="0">
                <a:solidFill>
                  <a:srgbClr val="404040"/>
                </a:solidFill>
                <a:latin typeface="FPBUOD+Trebuchet MS"/>
                <a:cs typeface="FPBUOD+Trebuchet MS"/>
              </a:rPr>
              <a:t>vyberanie</a:t>
            </a:r>
          </a:p>
          <a:p>
            <a:pPr marL="344423" marR="0">
              <a:lnSpc>
                <a:spcPts val="2810"/>
              </a:lnSpc>
              <a:spcBef>
                <a:spcPts val="0"/>
              </a:spcBef>
              <a:spcAft>
                <a:spcPts val="0"/>
              </a:spcAft>
            </a:pPr>
            <a:r>
              <a:rPr sz="2600" dirty="0">
                <a:solidFill>
                  <a:srgbClr val="404040"/>
                </a:solidFill>
                <a:latin typeface="MHWTFQ+Trebuchet MS"/>
                <a:cs typeface="MHWTFQ+Trebuchet MS"/>
              </a:rPr>
              <a:t>optimálnych</a:t>
            </a:r>
            <a:r>
              <a:rPr sz="2600" spc="66" dirty="0">
                <a:solidFill>
                  <a:srgbClr val="404040"/>
                </a:solidFill>
                <a:latin typeface="MHWTFQ+Trebuchet MS"/>
                <a:cs typeface="MHWTFQ+Trebuchet MS"/>
              </a:rPr>
              <a:t> </a:t>
            </a:r>
            <a:r>
              <a:rPr sz="2600" dirty="0">
                <a:solidFill>
                  <a:srgbClr val="404040"/>
                </a:solidFill>
                <a:latin typeface="FPBUOD+Trebuchet MS"/>
                <a:cs typeface="FPBUOD+Trebuchet MS"/>
              </a:rPr>
              <a:t>variantov</a:t>
            </a:r>
          </a:p>
        </p:txBody>
      </p:sp>
      <p:sp>
        <p:nvSpPr>
          <p:cNvPr id="6" name="object 6"/>
          <p:cNvSpPr txBox="1"/>
          <p:nvPr/>
        </p:nvSpPr>
        <p:spPr>
          <a:xfrm>
            <a:off x="6263640" y="4433850"/>
            <a:ext cx="4439007" cy="1102866"/>
          </a:xfrm>
          <a:prstGeom prst="rect">
            <a:avLst/>
          </a:prstGeom>
        </p:spPr>
        <p:txBody>
          <a:bodyPr vert="horz" wrap="square" lIns="0" tIns="0" rIns="0" bIns="0" rtlCol="0">
            <a:spAutoFit/>
          </a:bodyPr>
          <a:lstStyle/>
          <a:p>
            <a:pPr marL="0" marR="0">
              <a:lnSpc>
                <a:spcPts val="3009"/>
              </a:lnSpc>
              <a:spcBef>
                <a:spcPts val="0"/>
              </a:spcBef>
              <a:spcAft>
                <a:spcPts val="0"/>
              </a:spcAft>
            </a:pPr>
            <a:r>
              <a:rPr sz="2100" dirty="0">
                <a:solidFill>
                  <a:srgbClr val="5FCBEF"/>
                </a:solidFill>
                <a:latin typeface="LEIREG+Wingdings 3"/>
                <a:cs typeface="LEIREG+Wingdings 3"/>
              </a:rPr>
              <a:t></a:t>
            </a:r>
            <a:r>
              <a:rPr sz="2100" spc="340" dirty="0">
                <a:solidFill>
                  <a:srgbClr val="5FCBEF"/>
                </a:solidFill>
                <a:latin typeface="Times New Roman"/>
                <a:cs typeface="Times New Roman"/>
              </a:rPr>
              <a:t> </a:t>
            </a:r>
            <a:r>
              <a:rPr sz="2600" dirty="0">
                <a:solidFill>
                  <a:srgbClr val="404040"/>
                </a:solidFill>
                <a:latin typeface="MHWTFQ+Trebuchet MS"/>
                <a:cs typeface="MHWTFQ+Trebuchet MS"/>
              </a:rPr>
              <a:t>vrcholí</a:t>
            </a:r>
            <a:r>
              <a:rPr sz="2600" spc="41" dirty="0">
                <a:solidFill>
                  <a:srgbClr val="404040"/>
                </a:solidFill>
                <a:latin typeface="MHWTFQ+Trebuchet MS"/>
                <a:cs typeface="MHWTFQ+Trebuchet MS"/>
              </a:rPr>
              <a:t> </a:t>
            </a:r>
            <a:r>
              <a:rPr sz="2600" dirty="0">
                <a:solidFill>
                  <a:srgbClr val="404040"/>
                </a:solidFill>
                <a:latin typeface="MHWTFQ+Trebuchet MS"/>
                <a:cs typeface="MHWTFQ+Trebuchet MS"/>
              </a:rPr>
              <a:t>rozhodnutím,</a:t>
            </a:r>
          </a:p>
          <a:p>
            <a:pPr marL="344423" marR="0">
              <a:lnSpc>
                <a:spcPts val="2807"/>
              </a:lnSpc>
              <a:spcBef>
                <a:spcPts val="0"/>
              </a:spcBef>
              <a:spcAft>
                <a:spcPts val="0"/>
              </a:spcAft>
            </a:pPr>
            <a:r>
              <a:rPr lang="sk-SK" sz="2600" dirty="0" smtClean="0">
                <a:solidFill>
                  <a:srgbClr val="404040"/>
                </a:solidFill>
                <a:latin typeface="FPBUOD+Trebuchet MS"/>
                <a:cs typeface="FPBUOD+Trebuchet MS"/>
              </a:rPr>
              <a:t>ktoré</a:t>
            </a:r>
            <a:r>
              <a:rPr sz="2600" spc="57" dirty="0" smtClean="0">
                <a:solidFill>
                  <a:srgbClr val="404040"/>
                </a:solidFill>
                <a:latin typeface="FPBUOD+Trebuchet MS"/>
                <a:cs typeface="FPBUOD+Trebuchet MS"/>
              </a:rPr>
              <a:t> </a:t>
            </a:r>
            <a:r>
              <a:rPr sz="2600" dirty="0" smtClean="0">
                <a:solidFill>
                  <a:srgbClr val="404040"/>
                </a:solidFill>
                <a:latin typeface="FPBUOD+Trebuchet MS"/>
                <a:cs typeface="FPBUOD+Trebuchet MS"/>
              </a:rPr>
              <a:t>je</a:t>
            </a:r>
            <a:r>
              <a:rPr lang="sk-SK" sz="2600" dirty="0" smtClean="0">
                <a:solidFill>
                  <a:srgbClr val="404040"/>
                </a:solidFill>
                <a:latin typeface="FPBUOD+Trebuchet MS"/>
                <a:cs typeface="FPBUOD+Trebuchet MS"/>
              </a:rPr>
              <a:t> </a:t>
            </a:r>
            <a:r>
              <a:rPr sz="2600" dirty="0" err="1" smtClean="0">
                <a:solidFill>
                  <a:srgbClr val="404040"/>
                </a:solidFill>
                <a:latin typeface="MHWTFQ+Trebuchet MS"/>
                <a:cs typeface="MHWTFQ+Trebuchet MS"/>
              </a:rPr>
              <a:t>výsledkom</a:t>
            </a:r>
            <a:r>
              <a:rPr sz="2600" spc="57" dirty="0" smtClean="0">
                <a:solidFill>
                  <a:srgbClr val="404040"/>
                </a:solidFill>
                <a:latin typeface="MHWTFQ+Trebuchet MS"/>
                <a:cs typeface="MHWTFQ+Trebuchet MS"/>
              </a:rPr>
              <a:t> </a:t>
            </a:r>
            <a:r>
              <a:rPr sz="2600" dirty="0" err="1" smtClean="0">
                <a:solidFill>
                  <a:srgbClr val="404040"/>
                </a:solidFill>
                <a:latin typeface="MHWTFQ+Trebuchet MS"/>
                <a:cs typeface="MHWTFQ+Trebuchet MS"/>
              </a:rPr>
              <a:t>rozhodovacieho</a:t>
            </a:r>
            <a:r>
              <a:rPr lang="sk-SK" sz="2600" dirty="0" smtClean="0">
                <a:solidFill>
                  <a:srgbClr val="404040"/>
                </a:solidFill>
                <a:latin typeface="MHWTFQ+Trebuchet MS"/>
                <a:cs typeface="MHWTFQ+Trebuchet MS"/>
              </a:rPr>
              <a:t> </a:t>
            </a:r>
            <a:r>
              <a:rPr sz="2600" dirty="0" err="1" smtClean="0">
                <a:solidFill>
                  <a:srgbClr val="404040"/>
                </a:solidFill>
                <a:latin typeface="FPBUOD+Trebuchet MS"/>
                <a:cs typeface="FPBUOD+Trebuchet MS"/>
              </a:rPr>
              <a:t>procesu</a:t>
            </a:r>
            <a:endParaRPr sz="2600" dirty="0">
              <a:solidFill>
                <a:srgbClr val="404040"/>
              </a:solidFill>
              <a:latin typeface="FPBUOD+Trebuchet MS"/>
              <a:cs typeface="FPBUOD+Trebuchet MS"/>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769010" y="671782"/>
            <a:ext cx="3153409" cy="629135"/>
          </a:xfrm>
          <a:prstGeom prst="rect">
            <a:avLst/>
          </a:prstGeom>
        </p:spPr>
        <p:txBody>
          <a:bodyPr vert="horz" wrap="square" lIns="0" tIns="0" rIns="0" bIns="0" rtlCol="0">
            <a:spAutoFit/>
          </a:bodyPr>
          <a:lstStyle/>
          <a:p>
            <a:pPr marL="0" marR="0">
              <a:lnSpc>
                <a:spcPts val="4653"/>
              </a:lnSpc>
              <a:spcBef>
                <a:spcPts val="0"/>
              </a:spcBef>
              <a:spcAft>
                <a:spcPts val="0"/>
              </a:spcAft>
            </a:pPr>
            <a:r>
              <a:rPr sz="4000" b="1" dirty="0">
                <a:solidFill>
                  <a:srgbClr val="5FCBEF"/>
                </a:solidFill>
                <a:latin typeface="RBLPUO+Trebuchet MS Bold"/>
                <a:cs typeface="RBLPUO+Trebuchet MS Bold"/>
              </a:rPr>
              <a:t>Rozhodnutie</a:t>
            </a:r>
          </a:p>
        </p:txBody>
      </p:sp>
      <p:sp>
        <p:nvSpPr>
          <p:cNvPr id="4" name="object 4"/>
          <p:cNvSpPr txBox="1"/>
          <p:nvPr/>
        </p:nvSpPr>
        <p:spPr>
          <a:xfrm>
            <a:off x="769010" y="2219651"/>
            <a:ext cx="8523990" cy="1972833"/>
          </a:xfrm>
          <a:prstGeom prst="rect">
            <a:avLst/>
          </a:prstGeom>
        </p:spPr>
        <p:txBody>
          <a:bodyPr vert="horz" wrap="square" lIns="0" tIns="0" rIns="0" bIns="0" rtlCol="0">
            <a:spAutoFit/>
          </a:bodyPr>
          <a:lstStyle/>
          <a:p>
            <a:pPr marL="0" marR="0">
              <a:lnSpc>
                <a:spcPts val="3709"/>
              </a:lnSpc>
              <a:spcBef>
                <a:spcPts val="0"/>
              </a:spcBef>
              <a:spcAft>
                <a:spcPts val="0"/>
              </a:spcAft>
            </a:pPr>
            <a:r>
              <a:rPr sz="2550" dirty="0">
                <a:solidFill>
                  <a:srgbClr val="5FCBEF"/>
                </a:solidFill>
                <a:latin typeface="LEIREG+Wingdings 3"/>
                <a:cs typeface="LEIREG+Wingdings 3"/>
              </a:rPr>
              <a:t></a:t>
            </a:r>
            <a:r>
              <a:rPr sz="2550" spc="-168" dirty="0">
                <a:solidFill>
                  <a:srgbClr val="5FCBEF"/>
                </a:solidFill>
                <a:latin typeface="Times New Roman"/>
                <a:cs typeface="Times New Roman"/>
              </a:rPr>
              <a:t> </a:t>
            </a:r>
            <a:r>
              <a:rPr sz="3200" dirty="0">
                <a:solidFill>
                  <a:srgbClr val="404040"/>
                </a:solidFill>
                <a:latin typeface="MHWTFQ+Trebuchet MS"/>
                <a:cs typeface="MHWTFQ+Trebuchet MS"/>
              </a:rPr>
              <a:t>vyvrcholenie</a:t>
            </a:r>
            <a:r>
              <a:rPr sz="3200" spc="24" dirty="0">
                <a:solidFill>
                  <a:srgbClr val="404040"/>
                </a:solidFill>
                <a:latin typeface="MHWTFQ+Trebuchet MS"/>
                <a:cs typeface="MHWTFQ+Trebuchet MS"/>
              </a:rPr>
              <a:t> </a:t>
            </a:r>
            <a:r>
              <a:rPr sz="3200" dirty="0">
                <a:solidFill>
                  <a:srgbClr val="404040"/>
                </a:solidFill>
                <a:latin typeface="MHWTFQ+Trebuchet MS"/>
                <a:cs typeface="MHWTFQ+Trebuchet MS"/>
              </a:rPr>
              <a:t>rozhodovacieho</a:t>
            </a:r>
            <a:r>
              <a:rPr sz="3200" spc="64" dirty="0">
                <a:solidFill>
                  <a:srgbClr val="404040"/>
                </a:solidFill>
                <a:latin typeface="MHWTFQ+Trebuchet MS"/>
                <a:cs typeface="MHWTFQ+Trebuchet MS"/>
              </a:rPr>
              <a:t> </a:t>
            </a:r>
            <a:r>
              <a:rPr sz="3200" dirty="0">
                <a:solidFill>
                  <a:srgbClr val="404040"/>
                </a:solidFill>
                <a:latin typeface="MHWTFQ+Trebuchet MS"/>
                <a:cs typeface="MHWTFQ+Trebuchet MS"/>
              </a:rPr>
              <a:t>procesu</a:t>
            </a:r>
            <a:r>
              <a:rPr sz="3200" spc="28" dirty="0">
                <a:solidFill>
                  <a:srgbClr val="404040"/>
                </a:solidFill>
                <a:latin typeface="MHWTFQ+Trebuchet MS"/>
                <a:cs typeface="MHWTFQ+Trebuchet MS"/>
              </a:rPr>
              <a:t> </a:t>
            </a:r>
            <a:r>
              <a:rPr sz="3200" dirty="0">
                <a:solidFill>
                  <a:srgbClr val="404040"/>
                </a:solidFill>
                <a:latin typeface="MHWTFQ+Trebuchet MS"/>
                <a:cs typeface="MHWTFQ+Trebuchet MS"/>
              </a:rPr>
              <a:t>tým,</a:t>
            </a:r>
          </a:p>
          <a:p>
            <a:pPr marL="344424" marR="0">
              <a:lnSpc>
                <a:spcPts val="3709"/>
              </a:lnSpc>
              <a:spcBef>
                <a:spcPts val="182"/>
              </a:spcBef>
              <a:spcAft>
                <a:spcPts val="0"/>
              </a:spcAft>
            </a:pPr>
            <a:r>
              <a:rPr sz="3200" dirty="0">
                <a:solidFill>
                  <a:srgbClr val="404040"/>
                </a:solidFill>
                <a:latin typeface="MHWTFQ+Trebuchet MS"/>
                <a:cs typeface="MHWTFQ+Trebuchet MS"/>
              </a:rPr>
              <a:t>že</a:t>
            </a:r>
            <a:r>
              <a:rPr sz="3200" spc="20" dirty="0">
                <a:solidFill>
                  <a:srgbClr val="404040"/>
                </a:solidFill>
                <a:latin typeface="MHWTFQ+Trebuchet MS"/>
                <a:cs typeface="MHWTFQ+Trebuchet MS"/>
              </a:rPr>
              <a:t> </a:t>
            </a:r>
            <a:r>
              <a:rPr sz="3200" dirty="0">
                <a:solidFill>
                  <a:srgbClr val="404040"/>
                </a:solidFill>
                <a:latin typeface="MHWTFQ+Trebuchet MS"/>
                <a:cs typeface="MHWTFQ+Trebuchet MS"/>
              </a:rPr>
              <a:t>subjekt určí</a:t>
            </a:r>
            <a:r>
              <a:rPr sz="3200" spc="21" dirty="0">
                <a:solidFill>
                  <a:srgbClr val="404040"/>
                </a:solidFill>
                <a:latin typeface="MHWTFQ+Trebuchet MS"/>
                <a:cs typeface="MHWTFQ+Trebuchet MS"/>
              </a:rPr>
              <a:t> </a:t>
            </a:r>
            <a:r>
              <a:rPr sz="3200" dirty="0">
                <a:solidFill>
                  <a:srgbClr val="404040"/>
                </a:solidFill>
                <a:latin typeface="MHWTFQ+Trebuchet MS"/>
                <a:cs typeface="MHWTFQ+Trebuchet MS"/>
              </a:rPr>
              <a:t>a </a:t>
            </a:r>
            <a:r>
              <a:rPr sz="3200" dirty="0" err="1">
                <a:solidFill>
                  <a:srgbClr val="404040"/>
                </a:solidFill>
                <a:latin typeface="MHWTFQ+Trebuchet MS"/>
                <a:cs typeface="MHWTFQ+Trebuchet MS"/>
              </a:rPr>
              <a:t>zvolí</a:t>
            </a:r>
            <a:r>
              <a:rPr sz="3200" spc="40" dirty="0">
                <a:solidFill>
                  <a:srgbClr val="404040"/>
                </a:solidFill>
                <a:latin typeface="MHWTFQ+Trebuchet MS"/>
                <a:cs typeface="MHWTFQ+Trebuchet MS"/>
              </a:rPr>
              <a:t> </a:t>
            </a:r>
            <a:r>
              <a:rPr sz="3200" dirty="0" err="1" smtClean="0">
                <a:solidFill>
                  <a:srgbClr val="404040"/>
                </a:solidFill>
                <a:latin typeface="MHWTFQ+Trebuchet MS"/>
                <a:cs typeface="MHWTFQ+Trebuchet MS"/>
              </a:rPr>
              <a:t>jed</a:t>
            </a:r>
            <a:r>
              <a:rPr lang="sk-SK" sz="3200" dirty="0" err="1" smtClean="0">
                <a:solidFill>
                  <a:srgbClr val="404040"/>
                </a:solidFill>
                <a:latin typeface="MHWTFQ+Trebuchet MS"/>
                <a:cs typeface="MHWTFQ+Trebuchet MS"/>
              </a:rPr>
              <a:t>en</a:t>
            </a:r>
            <a:r>
              <a:rPr sz="3200" dirty="0" smtClean="0">
                <a:solidFill>
                  <a:srgbClr val="404040"/>
                </a:solidFill>
                <a:latin typeface="MHWTFQ+Trebuchet MS"/>
                <a:cs typeface="MHWTFQ+Trebuchet MS"/>
              </a:rPr>
              <a:t> </a:t>
            </a:r>
            <a:r>
              <a:rPr sz="3200" dirty="0">
                <a:solidFill>
                  <a:srgbClr val="404040"/>
                </a:solidFill>
                <a:latin typeface="MHWTFQ+Trebuchet MS"/>
                <a:cs typeface="MHWTFQ+Trebuchet MS"/>
              </a:rPr>
              <a:t>z možných</a:t>
            </a:r>
          </a:p>
          <a:p>
            <a:pPr marL="344424" marR="0">
              <a:lnSpc>
                <a:spcPts val="3706"/>
              </a:lnSpc>
              <a:spcBef>
                <a:spcPts val="136"/>
              </a:spcBef>
              <a:spcAft>
                <a:spcPts val="0"/>
              </a:spcAft>
            </a:pPr>
            <a:r>
              <a:rPr sz="3200" dirty="0">
                <a:solidFill>
                  <a:srgbClr val="404040"/>
                </a:solidFill>
                <a:latin typeface="MHWTFQ+Trebuchet MS"/>
                <a:cs typeface="MHWTFQ+Trebuchet MS"/>
              </a:rPr>
              <a:t>variantov</a:t>
            </a:r>
            <a:r>
              <a:rPr sz="3200" spc="12" dirty="0">
                <a:solidFill>
                  <a:srgbClr val="404040"/>
                </a:solidFill>
                <a:latin typeface="MHWTFQ+Trebuchet MS"/>
                <a:cs typeface="MHWTFQ+Trebuchet MS"/>
              </a:rPr>
              <a:t> </a:t>
            </a:r>
            <a:r>
              <a:rPr sz="3200" dirty="0">
                <a:solidFill>
                  <a:srgbClr val="404040"/>
                </a:solidFill>
                <a:latin typeface="MHWTFQ+Trebuchet MS"/>
                <a:cs typeface="MHWTFQ+Trebuchet MS"/>
              </a:rPr>
              <a:t>riešenia</a:t>
            </a:r>
            <a:r>
              <a:rPr sz="3200" spc="15" dirty="0">
                <a:solidFill>
                  <a:srgbClr val="404040"/>
                </a:solidFill>
                <a:latin typeface="MHWTFQ+Trebuchet MS"/>
                <a:cs typeface="MHWTFQ+Trebuchet MS"/>
              </a:rPr>
              <a:t> </a:t>
            </a:r>
            <a:r>
              <a:rPr sz="3200" dirty="0">
                <a:solidFill>
                  <a:srgbClr val="404040"/>
                </a:solidFill>
                <a:latin typeface="MHWTFQ+Trebuchet MS"/>
                <a:cs typeface="MHWTFQ+Trebuchet MS"/>
              </a:rPr>
              <a:t>a </a:t>
            </a:r>
            <a:r>
              <a:rPr sz="3200" spc="-54" dirty="0">
                <a:solidFill>
                  <a:srgbClr val="404040"/>
                </a:solidFill>
                <a:latin typeface="MHWTFQ+Trebuchet MS"/>
                <a:cs typeface="MHWTFQ+Trebuchet MS"/>
              </a:rPr>
              <a:t>spôsobov,</a:t>
            </a:r>
            <a:r>
              <a:rPr sz="3200" spc="121" dirty="0">
                <a:solidFill>
                  <a:srgbClr val="404040"/>
                </a:solidFill>
                <a:latin typeface="MHWTFQ+Trebuchet MS"/>
                <a:cs typeface="MHWTFQ+Trebuchet MS"/>
              </a:rPr>
              <a:t> </a:t>
            </a:r>
            <a:r>
              <a:rPr sz="3200" dirty="0">
                <a:solidFill>
                  <a:srgbClr val="404040"/>
                </a:solidFill>
                <a:latin typeface="MHWTFQ+Trebuchet MS"/>
                <a:cs typeface="MHWTFQ+Trebuchet MS"/>
              </a:rPr>
              <a:t>ktorými</a:t>
            </a:r>
            <a:r>
              <a:rPr sz="3200" spc="10" dirty="0">
                <a:solidFill>
                  <a:srgbClr val="404040"/>
                </a:solidFill>
                <a:latin typeface="MHWTFQ+Trebuchet MS"/>
                <a:cs typeface="MHWTFQ+Trebuchet MS"/>
              </a:rPr>
              <a:t> </a:t>
            </a:r>
            <a:r>
              <a:rPr sz="3200" dirty="0">
                <a:solidFill>
                  <a:srgbClr val="404040"/>
                </a:solidFill>
                <a:latin typeface="MHWTFQ+Trebuchet MS"/>
                <a:cs typeface="MHWTFQ+Trebuchet MS"/>
              </a:rPr>
              <a:t>sa</a:t>
            </a:r>
            <a:r>
              <a:rPr sz="3200" spc="23" dirty="0">
                <a:solidFill>
                  <a:srgbClr val="404040"/>
                </a:solidFill>
                <a:latin typeface="MHWTFQ+Trebuchet MS"/>
                <a:cs typeface="MHWTFQ+Trebuchet MS"/>
              </a:rPr>
              <a:t> </a:t>
            </a:r>
            <a:r>
              <a:rPr sz="3200" dirty="0">
                <a:solidFill>
                  <a:srgbClr val="404040"/>
                </a:solidFill>
                <a:latin typeface="MHWTFQ+Trebuchet MS"/>
                <a:cs typeface="MHWTFQ+Trebuchet MS"/>
              </a:rPr>
              <a:t>dá</a:t>
            </a:r>
          </a:p>
          <a:p>
            <a:pPr marL="344424" marR="0">
              <a:lnSpc>
                <a:spcPts val="3709"/>
              </a:lnSpc>
              <a:spcBef>
                <a:spcPts val="131"/>
              </a:spcBef>
              <a:spcAft>
                <a:spcPts val="0"/>
              </a:spcAft>
            </a:pPr>
            <a:r>
              <a:rPr sz="3200" dirty="0">
                <a:solidFill>
                  <a:srgbClr val="404040"/>
                </a:solidFill>
                <a:latin typeface="MHWTFQ+Trebuchet MS"/>
                <a:cs typeface="MHWTFQ+Trebuchet MS"/>
              </a:rPr>
              <a:t>cieľ dosiahnuť</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9669"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769010" y="671668"/>
            <a:ext cx="4962790" cy="568969"/>
          </a:xfrm>
          <a:prstGeom prst="rect">
            <a:avLst/>
          </a:prstGeom>
        </p:spPr>
        <p:txBody>
          <a:bodyPr vert="horz" wrap="square" lIns="0" tIns="0" rIns="0" bIns="0" rtlCol="0">
            <a:spAutoFit/>
          </a:bodyPr>
          <a:lstStyle/>
          <a:p>
            <a:pPr marL="0" marR="0">
              <a:lnSpc>
                <a:spcPts val="4180"/>
              </a:lnSpc>
              <a:spcBef>
                <a:spcPts val="0"/>
              </a:spcBef>
              <a:spcAft>
                <a:spcPts val="0"/>
              </a:spcAft>
            </a:pPr>
            <a:r>
              <a:rPr sz="3600" dirty="0">
                <a:solidFill>
                  <a:srgbClr val="5FCBEF"/>
                </a:solidFill>
                <a:latin typeface="MHWTFQ+Trebuchet MS"/>
                <a:cs typeface="MHWTFQ+Trebuchet MS"/>
              </a:rPr>
              <a:t>Hypotetický príbeh</a:t>
            </a:r>
            <a:r>
              <a:rPr sz="3600" spc="-32" dirty="0">
                <a:solidFill>
                  <a:srgbClr val="5FCBEF"/>
                </a:solidFill>
                <a:latin typeface="MHWTFQ+Trebuchet MS"/>
                <a:cs typeface="MHWTFQ+Trebuchet MS"/>
              </a:rPr>
              <a:t> </a:t>
            </a:r>
            <a:r>
              <a:rPr sz="3600" dirty="0">
                <a:solidFill>
                  <a:srgbClr val="5FCBEF"/>
                </a:solidFill>
                <a:latin typeface="MHWTFQ+Trebuchet MS"/>
                <a:cs typeface="MHWTFQ+Trebuchet MS"/>
              </a:rPr>
              <a:t>č.</a:t>
            </a:r>
            <a:r>
              <a:rPr sz="3600" spc="10" dirty="0">
                <a:solidFill>
                  <a:srgbClr val="5FCBEF"/>
                </a:solidFill>
                <a:latin typeface="MHWTFQ+Trebuchet MS"/>
                <a:cs typeface="MHWTFQ+Trebuchet MS"/>
              </a:rPr>
              <a:t> </a:t>
            </a:r>
            <a:r>
              <a:rPr sz="3600" dirty="0">
                <a:solidFill>
                  <a:srgbClr val="5FCBEF"/>
                </a:solidFill>
                <a:latin typeface="MHWTFQ+Trebuchet MS"/>
                <a:cs typeface="MHWTFQ+Trebuchet MS"/>
              </a:rPr>
              <a:t>1</a:t>
            </a:r>
          </a:p>
        </p:txBody>
      </p:sp>
      <p:sp>
        <p:nvSpPr>
          <p:cNvPr id="4" name="object 4"/>
          <p:cNvSpPr txBox="1"/>
          <p:nvPr/>
        </p:nvSpPr>
        <p:spPr>
          <a:xfrm>
            <a:off x="769010" y="1911078"/>
            <a:ext cx="9359438" cy="1090042"/>
          </a:xfrm>
          <a:prstGeom prst="rect">
            <a:avLst/>
          </a:prstGeom>
        </p:spPr>
        <p:txBody>
          <a:bodyPr vert="horz" wrap="square" lIns="0" tIns="0" rIns="0" bIns="0" rtlCol="0">
            <a:spAutoFit/>
          </a:bodyPr>
          <a:lstStyle/>
          <a:p>
            <a:pPr marL="0" marR="0">
              <a:lnSpc>
                <a:spcPts val="2090"/>
              </a:lnSpc>
              <a:spcBef>
                <a:spcPts val="0"/>
              </a:spcBef>
              <a:spcAft>
                <a:spcPts val="0"/>
              </a:spcAft>
            </a:pPr>
            <a:r>
              <a:rPr sz="1450" dirty="0" smtClean="0">
                <a:solidFill>
                  <a:srgbClr val="5FCBEF"/>
                </a:solidFill>
                <a:latin typeface="LEIREG+Wingdings 3"/>
                <a:cs typeface="LEIREG+Wingdings 3"/>
              </a:rPr>
              <a:t></a:t>
            </a:r>
            <a:r>
              <a:rPr sz="2000" spc="17" dirty="0" smtClean="0">
                <a:solidFill>
                  <a:srgbClr val="404040"/>
                </a:solidFill>
                <a:latin typeface="MHWTFQ+Trebuchet MS"/>
                <a:cs typeface="MHWTFQ+Trebuchet MS"/>
              </a:rPr>
              <a:t> </a:t>
            </a:r>
            <a:r>
              <a:rPr sz="2000" dirty="0" err="1" smtClean="0">
                <a:solidFill>
                  <a:srgbClr val="404040"/>
                </a:solidFill>
                <a:latin typeface="MHWTFQ+Trebuchet MS"/>
                <a:cs typeface="MHWTFQ+Trebuchet MS"/>
              </a:rPr>
              <a:t>drezin</a:t>
            </a:r>
            <a:r>
              <a:rPr lang="sk-SK" sz="2000" dirty="0" smtClean="0">
                <a:solidFill>
                  <a:srgbClr val="404040"/>
                </a:solidFill>
                <a:latin typeface="MHWTFQ+Trebuchet MS"/>
                <a:cs typeface="MHWTFQ+Trebuchet MS"/>
              </a:rPr>
              <a:t>a</a:t>
            </a:r>
            <a:r>
              <a:rPr sz="2000" dirty="0" smtClean="0">
                <a:solidFill>
                  <a:srgbClr val="404040"/>
                </a:solidFill>
                <a:latin typeface="MHWTFQ+Trebuchet MS"/>
                <a:cs typeface="MHWTFQ+Trebuchet MS"/>
              </a:rPr>
              <a:t> </a:t>
            </a:r>
            <a:r>
              <a:rPr sz="2000" dirty="0">
                <a:solidFill>
                  <a:srgbClr val="404040"/>
                </a:solidFill>
                <a:latin typeface="MHWTFQ+Trebuchet MS"/>
                <a:cs typeface="MHWTFQ+Trebuchet MS"/>
              </a:rPr>
              <a:t>smerom</a:t>
            </a:r>
            <a:r>
              <a:rPr sz="2000" spc="32" dirty="0">
                <a:solidFill>
                  <a:srgbClr val="404040"/>
                </a:solidFill>
                <a:latin typeface="MHWTFQ+Trebuchet MS"/>
                <a:cs typeface="MHWTFQ+Trebuchet MS"/>
              </a:rPr>
              <a:t> </a:t>
            </a:r>
            <a:r>
              <a:rPr sz="2000" dirty="0">
                <a:solidFill>
                  <a:srgbClr val="404040"/>
                </a:solidFill>
                <a:latin typeface="MHWTFQ+Trebuchet MS"/>
                <a:cs typeface="MHWTFQ+Trebuchet MS"/>
              </a:rPr>
              <a:t>na 4 pracujúcich mužov </a:t>
            </a:r>
            <a:r>
              <a:rPr sz="2000" dirty="0" err="1">
                <a:solidFill>
                  <a:srgbClr val="404040"/>
                </a:solidFill>
                <a:latin typeface="MHWTFQ+Trebuchet MS"/>
                <a:cs typeface="MHWTFQ+Trebuchet MS"/>
              </a:rPr>
              <a:t>na</a:t>
            </a:r>
            <a:r>
              <a:rPr sz="2000" dirty="0">
                <a:solidFill>
                  <a:srgbClr val="404040"/>
                </a:solidFill>
                <a:latin typeface="MHWTFQ+Trebuchet MS"/>
                <a:cs typeface="MHWTFQ+Trebuchet MS"/>
              </a:rPr>
              <a:t> </a:t>
            </a:r>
            <a:r>
              <a:rPr sz="2000" dirty="0" err="1" smtClean="0">
                <a:solidFill>
                  <a:srgbClr val="404040"/>
                </a:solidFill>
                <a:latin typeface="MHWTFQ+Trebuchet MS"/>
                <a:cs typeface="MHWTFQ+Trebuchet MS"/>
              </a:rPr>
              <a:t>trati</a:t>
            </a:r>
            <a:endParaRPr lang="sk-SK" sz="2000" dirty="0">
              <a:solidFill>
                <a:srgbClr val="404040"/>
              </a:solidFill>
              <a:latin typeface="MHWTFQ+Trebuchet MS"/>
              <a:cs typeface="MHWTFQ+Trebuchet MS"/>
            </a:endParaRPr>
          </a:p>
          <a:p>
            <a:pPr>
              <a:lnSpc>
                <a:spcPts val="2090"/>
              </a:lnSpc>
            </a:pPr>
            <a:r>
              <a:rPr lang="sk-SK" sz="2000" dirty="0">
                <a:solidFill>
                  <a:srgbClr val="5FCBEF"/>
                </a:solidFill>
                <a:latin typeface="LEIREG+Wingdings 3"/>
                <a:cs typeface="LEIREG+Wingdings 3"/>
              </a:rPr>
              <a:t> </a:t>
            </a:r>
            <a:r>
              <a:rPr lang="sk-SK" sz="2000" dirty="0" smtClean="0">
                <a:solidFill>
                  <a:srgbClr val="404040"/>
                </a:solidFill>
                <a:latin typeface="MHWTFQ+Trebuchet MS"/>
                <a:cs typeface="MHWTFQ+Trebuchet MS"/>
              </a:rPr>
              <a:t>výhybka </a:t>
            </a:r>
            <a:r>
              <a:rPr sz="2000" dirty="0" err="1" smtClean="0">
                <a:solidFill>
                  <a:srgbClr val="404040"/>
                </a:solidFill>
                <a:latin typeface="MHWTFQ+Trebuchet MS"/>
                <a:cs typeface="MHWTFQ+Trebuchet MS"/>
              </a:rPr>
              <a:t>na</a:t>
            </a:r>
            <a:r>
              <a:rPr sz="2000" dirty="0" smtClean="0">
                <a:solidFill>
                  <a:srgbClr val="404040"/>
                </a:solidFill>
                <a:latin typeface="MHWTFQ+Trebuchet MS"/>
                <a:cs typeface="MHWTFQ+Trebuchet MS"/>
              </a:rPr>
              <a:t> </a:t>
            </a:r>
            <a:r>
              <a:rPr sz="2000" dirty="0">
                <a:solidFill>
                  <a:srgbClr val="404040"/>
                </a:solidFill>
                <a:latin typeface="MHWTFQ+Trebuchet MS"/>
                <a:cs typeface="MHWTFQ+Trebuchet MS"/>
              </a:rPr>
              <a:t>inú</a:t>
            </a:r>
            <a:r>
              <a:rPr sz="2000" spc="15" dirty="0">
                <a:solidFill>
                  <a:srgbClr val="404040"/>
                </a:solidFill>
                <a:latin typeface="MHWTFQ+Trebuchet MS"/>
                <a:cs typeface="MHWTFQ+Trebuchet MS"/>
              </a:rPr>
              <a:t> </a:t>
            </a:r>
            <a:r>
              <a:rPr sz="2000" dirty="0" err="1">
                <a:solidFill>
                  <a:srgbClr val="404040"/>
                </a:solidFill>
                <a:latin typeface="MHWTFQ+Trebuchet MS"/>
                <a:cs typeface="MHWTFQ+Trebuchet MS"/>
              </a:rPr>
              <a:t>koľaj</a:t>
            </a:r>
            <a:r>
              <a:rPr sz="2000" dirty="0">
                <a:solidFill>
                  <a:srgbClr val="404040"/>
                </a:solidFill>
                <a:latin typeface="MHWTFQ+Trebuchet MS"/>
                <a:cs typeface="MHWTFQ+Trebuchet MS"/>
              </a:rPr>
              <a:t> </a:t>
            </a:r>
            <a:r>
              <a:rPr lang="sk-SK" sz="2000" dirty="0">
                <a:solidFill>
                  <a:srgbClr val="404040"/>
                </a:solidFill>
                <a:latin typeface="MHWTFQ+Trebuchet MS"/>
                <a:cs typeface="MHWTFQ+Trebuchet MS"/>
              </a:rPr>
              <a:t>(</a:t>
            </a:r>
            <a:r>
              <a:rPr sz="2000" dirty="0" err="1" smtClean="0">
                <a:solidFill>
                  <a:srgbClr val="404040"/>
                </a:solidFill>
                <a:latin typeface="MHWTFQ+Trebuchet MS"/>
                <a:cs typeface="MHWTFQ+Trebuchet MS"/>
              </a:rPr>
              <a:t>pracuj</a:t>
            </a:r>
            <a:r>
              <a:rPr lang="sk-SK" sz="2000" dirty="0" err="1" smtClean="0">
                <a:solidFill>
                  <a:srgbClr val="404040"/>
                </a:solidFill>
                <a:latin typeface="MHWTFQ+Trebuchet MS"/>
                <a:cs typeface="MHWTFQ+Trebuchet MS"/>
              </a:rPr>
              <a:t>úci</a:t>
            </a:r>
            <a:r>
              <a:rPr sz="2000" spc="10" dirty="0" smtClean="0">
                <a:solidFill>
                  <a:srgbClr val="404040"/>
                </a:solidFill>
                <a:latin typeface="MHWTFQ+Trebuchet MS"/>
                <a:cs typeface="MHWTFQ+Trebuchet MS"/>
              </a:rPr>
              <a:t> </a:t>
            </a:r>
            <a:r>
              <a:rPr sz="2000" dirty="0" err="1">
                <a:solidFill>
                  <a:srgbClr val="404040"/>
                </a:solidFill>
                <a:latin typeface="MHWTFQ+Trebuchet MS"/>
                <a:cs typeface="MHWTFQ+Trebuchet MS"/>
              </a:rPr>
              <a:t>ďalší</a:t>
            </a:r>
            <a:r>
              <a:rPr sz="2000" dirty="0">
                <a:solidFill>
                  <a:srgbClr val="404040"/>
                </a:solidFill>
                <a:latin typeface="MHWTFQ+Trebuchet MS"/>
                <a:cs typeface="MHWTFQ+Trebuchet MS"/>
              </a:rPr>
              <a:t> </a:t>
            </a:r>
            <a:r>
              <a:rPr sz="2000" dirty="0" err="1" smtClean="0">
                <a:solidFill>
                  <a:srgbClr val="404040"/>
                </a:solidFill>
                <a:latin typeface="MHWTFQ+Trebuchet MS"/>
                <a:cs typeface="MHWTFQ+Trebuchet MS"/>
              </a:rPr>
              <a:t>muž</a:t>
            </a:r>
            <a:r>
              <a:rPr lang="sk-SK" sz="2000" dirty="0" smtClean="0">
                <a:solidFill>
                  <a:srgbClr val="404040"/>
                </a:solidFill>
                <a:latin typeface="MHWTFQ+Trebuchet MS"/>
                <a:cs typeface="MHWTFQ+Trebuchet MS"/>
              </a:rPr>
              <a:t>)</a:t>
            </a:r>
          </a:p>
          <a:p>
            <a:pPr>
              <a:lnSpc>
                <a:spcPts val="2090"/>
              </a:lnSpc>
            </a:pPr>
            <a:r>
              <a:rPr lang="sk-SK" sz="2000" dirty="0">
                <a:solidFill>
                  <a:srgbClr val="5FCBEF"/>
                </a:solidFill>
                <a:latin typeface="LEIREG+Wingdings 3"/>
                <a:cs typeface="LEIREG+Wingdings 3"/>
              </a:rPr>
              <a:t> </a:t>
            </a:r>
            <a:r>
              <a:rPr lang="sk-SK" sz="2000" dirty="0" smtClean="0">
                <a:solidFill>
                  <a:srgbClr val="404040"/>
                </a:solidFill>
                <a:latin typeface="MHWTFQ+Trebuchet MS"/>
                <a:cs typeface="MHWTFQ+Trebuchet MS"/>
              </a:rPr>
              <a:t>a</a:t>
            </a:r>
            <a:r>
              <a:rPr sz="2000" dirty="0" smtClean="0">
                <a:solidFill>
                  <a:srgbClr val="404040"/>
                </a:solidFill>
                <a:latin typeface="MHWTFQ+Trebuchet MS"/>
                <a:cs typeface="MHWTFQ+Trebuchet MS"/>
              </a:rPr>
              <a:t>k</a:t>
            </a:r>
            <a:r>
              <a:rPr sz="2000" spc="17" dirty="0" smtClean="0">
                <a:solidFill>
                  <a:srgbClr val="404040"/>
                </a:solidFill>
                <a:latin typeface="MHWTFQ+Trebuchet MS"/>
                <a:cs typeface="MHWTFQ+Trebuchet MS"/>
              </a:rPr>
              <a:t> </a:t>
            </a:r>
            <a:r>
              <a:rPr sz="2000" dirty="0" err="1" smtClean="0">
                <a:solidFill>
                  <a:srgbClr val="404040"/>
                </a:solidFill>
                <a:latin typeface="MHWTFQ+Trebuchet MS"/>
                <a:cs typeface="MHWTFQ+Trebuchet MS"/>
              </a:rPr>
              <a:t>prehodíte</a:t>
            </a:r>
            <a:r>
              <a:rPr lang="sk-SK" sz="2000" dirty="0" smtClean="0">
                <a:solidFill>
                  <a:srgbClr val="404040"/>
                </a:solidFill>
                <a:latin typeface="MHWTFQ+Trebuchet MS"/>
                <a:cs typeface="MHWTFQ+Trebuchet MS"/>
              </a:rPr>
              <a:t> </a:t>
            </a:r>
            <a:r>
              <a:rPr sz="2000" dirty="0" err="1" smtClean="0">
                <a:solidFill>
                  <a:srgbClr val="404040"/>
                </a:solidFill>
                <a:latin typeface="MHWTFQ+Trebuchet MS"/>
                <a:cs typeface="MHWTFQ+Trebuchet MS"/>
              </a:rPr>
              <a:t>výhybku</a:t>
            </a:r>
            <a:r>
              <a:rPr sz="2000" dirty="0">
                <a:solidFill>
                  <a:srgbClr val="404040"/>
                </a:solidFill>
                <a:latin typeface="MHWTFQ+Trebuchet MS"/>
                <a:cs typeface="MHWTFQ+Trebuchet MS"/>
              </a:rPr>
              <a:t>, ten</a:t>
            </a:r>
            <a:r>
              <a:rPr sz="2000" spc="-12" dirty="0">
                <a:solidFill>
                  <a:srgbClr val="404040"/>
                </a:solidFill>
                <a:latin typeface="MHWTFQ+Trebuchet MS"/>
                <a:cs typeface="MHWTFQ+Trebuchet MS"/>
              </a:rPr>
              <a:t> </a:t>
            </a:r>
            <a:r>
              <a:rPr sz="2000" dirty="0">
                <a:solidFill>
                  <a:srgbClr val="404040"/>
                </a:solidFill>
                <a:latin typeface="MHWTFQ+Trebuchet MS"/>
                <a:cs typeface="MHWTFQ+Trebuchet MS"/>
              </a:rPr>
              <a:t>muž</a:t>
            </a:r>
            <a:r>
              <a:rPr sz="2000" spc="21" dirty="0">
                <a:solidFill>
                  <a:srgbClr val="404040"/>
                </a:solidFill>
                <a:latin typeface="MHWTFQ+Trebuchet MS"/>
                <a:cs typeface="MHWTFQ+Trebuchet MS"/>
              </a:rPr>
              <a:t> </a:t>
            </a:r>
            <a:r>
              <a:rPr sz="2000" dirty="0" err="1">
                <a:solidFill>
                  <a:srgbClr val="404040"/>
                </a:solidFill>
                <a:latin typeface="MHWTFQ+Trebuchet MS"/>
                <a:cs typeface="MHWTFQ+Trebuchet MS"/>
              </a:rPr>
              <a:t>určite</a:t>
            </a:r>
            <a:r>
              <a:rPr sz="2000" spc="12" dirty="0">
                <a:solidFill>
                  <a:srgbClr val="404040"/>
                </a:solidFill>
                <a:latin typeface="MHWTFQ+Trebuchet MS"/>
                <a:cs typeface="MHWTFQ+Trebuchet MS"/>
              </a:rPr>
              <a:t> </a:t>
            </a:r>
            <a:r>
              <a:rPr lang="sk-SK" sz="2000" dirty="0" smtClean="0">
                <a:solidFill>
                  <a:srgbClr val="404040"/>
                </a:solidFill>
                <a:latin typeface="MHWTFQ+Trebuchet MS"/>
                <a:cs typeface="MHWTFQ+Trebuchet MS"/>
              </a:rPr>
              <a:t>zo</a:t>
            </a:r>
            <a:r>
              <a:rPr sz="2000" dirty="0" err="1" smtClean="0">
                <a:solidFill>
                  <a:srgbClr val="404040"/>
                </a:solidFill>
                <a:latin typeface="MHWTFQ+Trebuchet MS"/>
                <a:cs typeface="MHWTFQ+Trebuchet MS"/>
              </a:rPr>
              <a:t>mrie</a:t>
            </a:r>
            <a:endParaRPr lang="sk-SK" sz="2000" dirty="0">
              <a:solidFill>
                <a:srgbClr val="404040"/>
              </a:solidFill>
              <a:latin typeface="MHWTFQ+Trebuchet MS"/>
              <a:cs typeface="MHWTFQ+Trebuchet MS"/>
            </a:endParaRPr>
          </a:p>
          <a:p>
            <a:pPr>
              <a:lnSpc>
                <a:spcPts val="2090"/>
              </a:lnSpc>
            </a:pPr>
            <a:r>
              <a:rPr lang="sk-SK" sz="2000" dirty="0">
                <a:solidFill>
                  <a:srgbClr val="5FCBEF"/>
                </a:solidFill>
                <a:latin typeface="LEIREG+Wingdings 3"/>
                <a:cs typeface="LEIREG+Wingdings 3"/>
              </a:rPr>
              <a:t> </a:t>
            </a:r>
            <a:r>
              <a:rPr sz="2000" dirty="0" err="1" smtClean="0">
                <a:solidFill>
                  <a:srgbClr val="404040"/>
                </a:solidFill>
                <a:latin typeface="MHWTFQ+Trebuchet MS"/>
                <a:cs typeface="MHWTFQ+Trebuchet MS"/>
              </a:rPr>
              <a:t>rozhodnutie</a:t>
            </a:r>
            <a:r>
              <a:rPr sz="2000" spc="-11" dirty="0" smtClean="0">
                <a:solidFill>
                  <a:srgbClr val="404040"/>
                </a:solidFill>
                <a:latin typeface="MHWTFQ+Trebuchet MS"/>
                <a:cs typeface="MHWTFQ+Trebuchet MS"/>
              </a:rPr>
              <a:t> </a:t>
            </a:r>
            <a:r>
              <a:rPr lang="sk-SK" sz="2000" spc="-11" dirty="0" smtClean="0">
                <a:solidFill>
                  <a:srgbClr val="404040"/>
                </a:solidFill>
                <a:latin typeface="MHWTFQ+Trebuchet MS"/>
                <a:cs typeface="MHWTFQ+Trebuchet MS"/>
              </a:rPr>
              <a:t>(</a:t>
            </a:r>
            <a:r>
              <a:rPr sz="2000" dirty="0" err="1" smtClean="0">
                <a:solidFill>
                  <a:srgbClr val="404040"/>
                </a:solidFill>
                <a:latin typeface="MHWTFQ+Trebuchet MS"/>
                <a:cs typeface="MHWTFQ+Trebuchet MS"/>
              </a:rPr>
              <a:t>pár</a:t>
            </a:r>
            <a:r>
              <a:rPr sz="2000" dirty="0" smtClean="0">
                <a:solidFill>
                  <a:srgbClr val="404040"/>
                </a:solidFill>
                <a:latin typeface="MHWTFQ+Trebuchet MS"/>
                <a:cs typeface="MHWTFQ+Trebuchet MS"/>
              </a:rPr>
              <a:t> </a:t>
            </a:r>
            <a:r>
              <a:rPr sz="2000" dirty="0" err="1" smtClean="0">
                <a:solidFill>
                  <a:srgbClr val="404040"/>
                </a:solidFill>
                <a:latin typeface="MHWTFQ+Trebuchet MS"/>
                <a:cs typeface="MHWTFQ+Trebuchet MS"/>
              </a:rPr>
              <a:t>sekúnd</a:t>
            </a:r>
            <a:r>
              <a:rPr lang="sk-SK" sz="2000" dirty="0" smtClean="0">
                <a:solidFill>
                  <a:srgbClr val="404040"/>
                </a:solidFill>
                <a:latin typeface="MHWTFQ+Trebuchet MS"/>
                <a:cs typeface="MHWTFQ+Trebuchet MS"/>
              </a:rPr>
              <a:t>)</a:t>
            </a:r>
            <a:endParaRPr sz="2000" dirty="0">
              <a:solidFill>
                <a:srgbClr val="404040"/>
              </a:solidFill>
              <a:latin typeface="MHWTFQ+Trebuchet MS"/>
              <a:cs typeface="MHWTFQ+Trebuchet MS"/>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769010" y="671668"/>
            <a:ext cx="4962790" cy="568969"/>
          </a:xfrm>
          <a:prstGeom prst="rect">
            <a:avLst/>
          </a:prstGeom>
        </p:spPr>
        <p:txBody>
          <a:bodyPr vert="horz" wrap="square" lIns="0" tIns="0" rIns="0" bIns="0" rtlCol="0">
            <a:spAutoFit/>
          </a:bodyPr>
          <a:lstStyle/>
          <a:p>
            <a:pPr marL="0" marR="0">
              <a:lnSpc>
                <a:spcPts val="4180"/>
              </a:lnSpc>
              <a:spcBef>
                <a:spcPts val="0"/>
              </a:spcBef>
              <a:spcAft>
                <a:spcPts val="0"/>
              </a:spcAft>
            </a:pPr>
            <a:r>
              <a:rPr sz="3600" dirty="0">
                <a:solidFill>
                  <a:srgbClr val="5FCBEF"/>
                </a:solidFill>
                <a:latin typeface="MHWTFQ+Trebuchet MS"/>
                <a:cs typeface="MHWTFQ+Trebuchet MS"/>
              </a:rPr>
              <a:t>Hypotetický príbeh</a:t>
            </a:r>
            <a:r>
              <a:rPr sz="3600" spc="-32" dirty="0">
                <a:solidFill>
                  <a:srgbClr val="5FCBEF"/>
                </a:solidFill>
                <a:latin typeface="MHWTFQ+Trebuchet MS"/>
                <a:cs typeface="MHWTFQ+Trebuchet MS"/>
              </a:rPr>
              <a:t> </a:t>
            </a:r>
            <a:r>
              <a:rPr sz="3600" dirty="0">
                <a:solidFill>
                  <a:srgbClr val="5FCBEF"/>
                </a:solidFill>
                <a:latin typeface="MHWTFQ+Trebuchet MS"/>
                <a:cs typeface="MHWTFQ+Trebuchet MS"/>
              </a:rPr>
              <a:t>č.</a:t>
            </a:r>
            <a:r>
              <a:rPr sz="3600" spc="10" dirty="0">
                <a:solidFill>
                  <a:srgbClr val="5FCBEF"/>
                </a:solidFill>
                <a:latin typeface="MHWTFQ+Trebuchet MS"/>
                <a:cs typeface="MHWTFQ+Trebuchet MS"/>
              </a:rPr>
              <a:t> </a:t>
            </a:r>
            <a:r>
              <a:rPr sz="3600" dirty="0">
                <a:solidFill>
                  <a:srgbClr val="5FCBEF"/>
                </a:solidFill>
                <a:latin typeface="MHWTFQ+Trebuchet MS"/>
                <a:cs typeface="MHWTFQ+Trebuchet MS"/>
              </a:rPr>
              <a:t>2</a:t>
            </a:r>
          </a:p>
        </p:txBody>
      </p:sp>
      <p:sp>
        <p:nvSpPr>
          <p:cNvPr id="4" name="object 4"/>
          <p:cNvSpPr txBox="1"/>
          <p:nvPr/>
        </p:nvSpPr>
        <p:spPr>
          <a:xfrm>
            <a:off x="623392" y="1556792"/>
            <a:ext cx="9361040" cy="1885131"/>
          </a:xfrm>
          <a:prstGeom prst="rect">
            <a:avLst/>
          </a:prstGeom>
        </p:spPr>
        <p:txBody>
          <a:bodyPr vert="horz" wrap="square" lIns="0" tIns="0" rIns="0" bIns="0" rtlCol="0">
            <a:spAutoFit/>
          </a:bodyPr>
          <a:lstStyle/>
          <a:p>
            <a:pPr>
              <a:lnSpc>
                <a:spcPts val="2090"/>
              </a:lnSpc>
            </a:pPr>
            <a:r>
              <a:rPr lang="sk-SK" sz="2000" dirty="0" smtClean="0">
                <a:solidFill>
                  <a:srgbClr val="5FCBEF"/>
                </a:solidFill>
                <a:latin typeface="LEIREG+Wingdings 3"/>
                <a:cs typeface="LEIREG+Wingdings 3"/>
              </a:rPr>
              <a:t></a:t>
            </a:r>
            <a:r>
              <a:rPr lang="sk-SK" sz="2000" spc="1074" dirty="0" smtClean="0">
                <a:solidFill>
                  <a:srgbClr val="5FCBEF"/>
                </a:solidFill>
                <a:latin typeface="Times New Roman"/>
                <a:cs typeface="Times New Roman"/>
              </a:rPr>
              <a:t> </a:t>
            </a:r>
            <a:r>
              <a:rPr lang="sk-SK" sz="2000" dirty="0" smtClean="0">
                <a:solidFill>
                  <a:srgbClr val="404040"/>
                </a:solidFill>
                <a:latin typeface="MHWTFQ+Trebuchet MS"/>
                <a:cs typeface="MHWTFQ+Trebuchet MS"/>
              </a:rPr>
              <a:t>s</a:t>
            </a:r>
            <a:r>
              <a:rPr sz="2000" dirty="0" err="1" smtClean="0">
                <a:solidFill>
                  <a:srgbClr val="404040"/>
                </a:solidFill>
                <a:latin typeface="MHWTFQ+Trebuchet MS"/>
                <a:cs typeface="MHWTFQ+Trebuchet MS"/>
              </a:rPr>
              <a:t>tále</a:t>
            </a:r>
            <a:r>
              <a:rPr sz="2000" dirty="0" smtClean="0">
                <a:solidFill>
                  <a:srgbClr val="404040"/>
                </a:solidFill>
                <a:latin typeface="MHWTFQ+Trebuchet MS"/>
                <a:cs typeface="MHWTFQ+Trebuchet MS"/>
              </a:rPr>
              <a:t> </a:t>
            </a:r>
            <a:r>
              <a:rPr sz="2000" dirty="0">
                <a:solidFill>
                  <a:srgbClr val="404040"/>
                </a:solidFill>
                <a:latin typeface="MHWTFQ+Trebuchet MS"/>
                <a:cs typeface="MHWTFQ+Trebuchet MS"/>
              </a:rPr>
              <a:t>platí, že</a:t>
            </a:r>
            <a:r>
              <a:rPr sz="2000" spc="-20" dirty="0">
                <a:solidFill>
                  <a:srgbClr val="404040"/>
                </a:solidFill>
                <a:latin typeface="MHWTFQ+Trebuchet MS"/>
                <a:cs typeface="MHWTFQ+Trebuchet MS"/>
              </a:rPr>
              <a:t> </a:t>
            </a:r>
            <a:r>
              <a:rPr sz="2000" dirty="0">
                <a:solidFill>
                  <a:srgbClr val="404040"/>
                </a:solidFill>
                <a:latin typeface="MHWTFQ+Trebuchet MS"/>
                <a:cs typeface="MHWTFQ+Trebuchet MS"/>
              </a:rPr>
              <a:t>na trati pracujú 4 muži</a:t>
            </a:r>
            <a:r>
              <a:rPr sz="2000" spc="-25" dirty="0">
                <a:solidFill>
                  <a:srgbClr val="404040"/>
                </a:solidFill>
                <a:latin typeface="MHWTFQ+Trebuchet MS"/>
                <a:cs typeface="MHWTFQ+Trebuchet MS"/>
              </a:rPr>
              <a:t> </a:t>
            </a:r>
            <a:r>
              <a:rPr sz="2000" dirty="0">
                <a:solidFill>
                  <a:srgbClr val="404040"/>
                </a:solidFill>
                <a:latin typeface="MHWTFQ+Trebuchet MS"/>
                <a:cs typeface="MHWTFQ+Trebuchet MS"/>
              </a:rPr>
              <a:t>a </a:t>
            </a:r>
            <a:r>
              <a:rPr sz="2000" dirty="0" err="1" smtClean="0">
                <a:solidFill>
                  <a:srgbClr val="404040"/>
                </a:solidFill>
                <a:latin typeface="MHWTFQ+Trebuchet MS"/>
                <a:cs typeface="MHWTFQ+Trebuchet MS"/>
              </a:rPr>
              <a:t>rúti</a:t>
            </a:r>
            <a:r>
              <a:rPr lang="sk-SK" sz="2000" dirty="0" smtClean="0">
                <a:solidFill>
                  <a:srgbClr val="404040"/>
                </a:solidFill>
                <a:latin typeface="MHWTFQ+Trebuchet MS"/>
                <a:cs typeface="MHWTFQ+Trebuchet MS"/>
              </a:rPr>
              <a:t> </a:t>
            </a:r>
            <a:r>
              <a:rPr sz="2000" dirty="0" err="1" smtClean="0">
                <a:solidFill>
                  <a:srgbClr val="404040"/>
                </a:solidFill>
                <a:latin typeface="MHWTFQ+Trebuchet MS"/>
                <a:cs typeface="MHWTFQ+Trebuchet MS"/>
              </a:rPr>
              <a:t>sa</a:t>
            </a:r>
            <a:r>
              <a:rPr sz="2000" dirty="0" smtClean="0">
                <a:solidFill>
                  <a:srgbClr val="404040"/>
                </a:solidFill>
                <a:latin typeface="MHWTFQ+Trebuchet MS"/>
                <a:cs typeface="MHWTFQ+Trebuchet MS"/>
              </a:rPr>
              <a:t> </a:t>
            </a:r>
            <a:r>
              <a:rPr sz="2000" dirty="0">
                <a:solidFill>
                  <a:srgbClr val="404040"/>
                </a:solidFill>
                <a:latin typeface="MHWTFQ+Trebuchet MS"/>
                <a:cs typeface="MHWTFQ+Trebuchet MS"/>
              </a:rPr>
              <a:t>na </a:t>
            </a:r>
            <a:r>
              <a:rPr sz="2000" dirty="0" err="1">
                <a:solidFill>
                  <a:srgbClr val="404040"/>
                </a:solidFill>
                <a:latin typeface="MHWTFQ+Trebuchet MS"/>
                <a:cs typeface="MHWTFQ+Trebuchet MS"/>
              </a:rPr>
              <a:t>nich</a:t>
            </a:r>
            <a:r>
              <a:rPr sz="2000" dirty="0">
                <a:solidFill>
                  <a:srgbClr val="404040"/>
                </a:solidFill>
                <a:latin typeface="MHWTFQ+Trebuchet MS"/>
                <a:cs typeface="MHWTFQ+Trebuchet MS"/>
              </a:rPr>
              <a:t> </a:t>
            </a:r>
            <a:r>
              <a:rPr sz="2000" dirty="0" err="1" smtClean="0">
                <a:solidFill>
                  <a:srgbClr val="404040"/>
                </a:solidFill>
                <a:latin typeface="MHWTFQ+Trebuchet MS"/>
                <a:cs typeface="MHWTFQ+Trebuchet MS"/>
              </a:rPr>
              <a:t>drezina</a:t>
            </a:r>
            <a:r>
              <a:rPr sz="2000" spc="-77" dirty="0" smtClean="0">
                <a:solidFill>
                  <a:srgbClr val="404040"/>
                </a:solidFill>
                <a:latin typeface="MHWTFQ+Trebuchet MS"/>
                <a:cs typeface="MHWTFQ+Trebuchet MS"/>
              </a:rPr>
              <a:t> </a:t>
            </a:r>
            <a:endParaRPr lang="sk-SK" sz="2000" spc="-77" dirty="0" smtClean="0">
              <a:solidFill>
                <a:srgbClr val="404040"/>
              </a:solidFill>
              <a:latin typeface="MHWTFQ+Trebuchet MS"/>
              <a:cs typeface="MHWTFQ+Trebuchet MS"/>
            </a:endParaRPr>
          </a:p>
          <a:p>
            <a:pPr marL="342900" indent="-342900">
              <a:lnSpc>
                <a:spcPts val="2090"/>
              </a:lnSpc>
              <a:buFont typeface="LEIREG+Wingdings 3" panose="020B0604020202020204" charset="2"/>
              <a:buChar char="u"/>
            </a:pPr>
            <a:r>
              <a:rPr lang="sk-SK" sz="2000" spc="1074" dirty="0" smtClean="0">
                <a:solidFill>
                  <a:srgbClr val="5FCBEF"/>
                </a:solidFill>
                <a:latin typeface="Times New Roman"/>
                <a:cs typeface="Times New Roman"/>
              </a:rPr>
              <a:t> </a:t>
            </a:r>
            <a:r>
              <a:rPr sz="2000" dirty="0" err="1" smtClean="0">
                <a:solidFill>
                  <a:srgbClr val="404040"/>
                </a:solidFill>
                <a:latin typeface="MHWTFQ+Trebuchet MS"/>
                <a:cs typeface="MHWTFQ+Trebuchet MS"/>
              </a:rPr>
              <a:t>nie</a:t>
            </a:r>
            <a:r>
              <a:rPr sz="2000" spc="14" dirty="0" smtClean="0">
                <a:solidFill>
                  <a:srgbClr val="404040"/>
                </a:solidFill>
                <a:latin typeface="MHWTFQ+Trebuchet MS"/>
                <a:cs typeface="MHWTFQ+Trebuchet MS"/>
              </a:rPr>
              <a:t> </a:t>
            </a:r>
            <a:r>
              <a:rPr sz="2000" spc="10" dirty="0" smtClean="0">
                <a:solidFill>
                  <a:srgbClr val="404040"/>
                </a:solidFill>
                <a:latin typeface="MHWTFQ+Trebuchet MS"/>
                <a:cs typeface="MHWTFQ+Trebuchet MS"/>
              </a:rPr>
              <a:t>je</a:t>
            </a:r>
            <a:r>
              <a:rPr sz="2000" dirty="0" smtClean="0">
                <a:solidFill>
                  <a:srgbClr val="404040"/>
                </a:solidFill>
                <a:latin typeface="MHWTFQ+Trebuchet MS"/>
                <a:cs typeface="MHWTFQ+Trebuchet MS"/>
              </a:rPr>
              <a:t> </a:t>
            </a:r>
            <a:r>
              <a:rPr sz="2000" dirty="0" err="1" smtClean="0">
                <a:solidFill>
                  <a:srgbClr val="404040"/>
                </a:solidFill>
                <a:latin typeface="MHWTFQ+Trebuchet MS"/>
                <a:cs typeface="MHWTFQ+Trebuchet MS"/>
              </a:rPr>
              <a:t>tu</a:t>
            </a:r>
            <a:r>
              <a:rPr sz="2000" spc="-18" dirty="0" smtClean="0">
                <a:solidFill>
                  <a:srgbClr val="404040"/>
                </a:solidFill>
                <a:latin typeface="MHWTFQ+Trebuchet MS"/>
                <a:cs typeface="MHWTFQ+Trebuchet MS"/>
              </a:rPr>
              <a:t> </a:t>
            </a:r>
            <a:r>
              <a:rPr sz="2000" dirty="0" err="1" smtClean="0">
                <a:solidFill>
                  <a:srgbClr val="404040"/>
                </a:solidFill>
                <a:latin typeface="MHWTFQ+Trebuchet MS"/>
                <a:cs typeface="MHWTFQ+Trebuchet MS"/>
              </a:rPr>
              <a:t>žiadna</a:t>
            </a:r>
            <a:r>
              <a:rPr sz="2000" dirty="0" smtClean="0">
                <a:solidFill>
                  <a:srgbClr val="404040"/>
                </a:solidFill>
                <a:latin typeface="MHWTFQ+Trebuchet MS"/>
                <a:cs typeface="MHWTFQ+Trebuchet MS"/>
              </a:rPr>
              <a:t> </a:t>
            </a:r>
            <a:r>
              <a:rPr sz="2000" dirty="0" err="1" smtClean="0">
                <a:solidFill>
                  <a:srgbClr val="404040"/>
                </a:solidFill>
                <a:latin typeface="MHWTFQ+Trebuchet MS"/>
                <a:cs typeface="MHWTFQ+Trebuchet MS"/>
              </a:rPr>
              <a:t>výhybka</a:t>
            </a:r>
            <a:r>
              <a:rPr sz="2000" dirty="0" smtClean="0">
                <a:solidFill>
                  <a:srgbClr val="404040"/>
                </a:solidFill>
                <a:latin typeface="MHWTFQ+Trebuchet MS"/>
                <a:cs typeface="MHWTFQ+Trebuchet MS"/>
              </a:rPr>
              <a:t>,</a:t>
            </a:r>
            <a:r>
              <a:rPr sz="2000" spc="-11" dirty="0" smtClean="0">
                <a:solidFill>
                  <a:srgbClr val="404040"/>
                </a:solidFill>
                <a:latin typeface="MHWTFQ+Trebuchet MS"/>
                <a:cs typeface="MHWTFQ+Trebuchet MS"/>
              </a:rPr>
              <a:t> </a:t>
            </a:r>
            <a:r>
              <a:rPr sz="2000" dirty="0" err="1" smtClean="0">
                <a:solidFill>
                  <a:srgbClr val="404040"/>
                </a:solidFill>
                <a:latin typeface="MHWTFQ+Trebuchet MS"/>
                <a:cs typeface="MHWTFQ+Trebuchet MS"/>
              </a:rPr>
              <a:t>ktorou</a:t>
            </a:r>
            <a:r>
              <a:rPr sz="2000" dirty="0" smtClean="0">
                <a:solidFill>
                  <a:srgbClr val="404040"/>
                </a:solidFill>
                <a:latin typeface="MHWTFQ+Trebuchet MS"/>
                <a:cs typeface="MHWTFQ+Trebuchet MS"/>
              </a:rPr>
              <a:t> by</a:t>
            </a:r>
            <a:r>
              <a:rPr sz="2000" spc="-17" dirty="0" smtClean="0">
                <a:solidFill>
                  <a:srgbClr val="404040"/>
                </a:solidFill>
                <a:latin typeface="MHWTFQ+Trebuchet MS"/>
                <a:cs typeface="MHWTFQ+Trebuchet MS"/>
              </a:rPr>
              <a:t> </a:t>
            </a:r>
            <a:r>
              <a:rPr sz="2000" dirty="0" err="1" smtClean="0">
                <a:solidFill>
                  <a:srgbClr val="404040"/>
                </a:solidFill>
                <a:latin typeface="MHWTFQ+Trebuchet MS"/>
                <a:cs typeface="MHWTFQ+Trebuchet MS"/>
              </a:rPr>
              <a:t>ste</a:t>
            </a:r>
            <a:r>
              <a:rPr sz="2000" spc="-10" dirty="0" smtClean="0">
                <a:solidFill>
                  <a:srgbClr val="404040"/>
                </a:solidFill>
                <a:latin typeface="MHWTFQ+Trebuchet MS"/>
                <a:cs typeface="MHWTFQ+Trebuchet MS"/>
              </a:rPr>
              <a:t> </a:t>
            </a:r>
            <a:r>
              <a:rPr sz="2000" dirty="0" err="1" smtClean="0">
                <a:solidFill>
                  <a:srgbClr val="404040"/>
                </a:solidFill>
                <a:latin typeface="MHWTFQ+Trebuchet MS"/>
                <a:cs typeface="MHWTFQ+Trebuchet MS"/>
              </a:rPr>
              <a:t>drezinu</a:t>
            </a:r>
            <a:r>
              <a:rPr lang="sk-SK" sz="2000" dirty="0" smtClean="0">
                <a:solidFill>
                  <a:srgbClr val="404040"/>
                </a:solidFill>
                <a:latin typeface="MHWTFQ+Trebuchet MS"/>
                <a:cs typeface="MHWTFQ+Trebuchet MS"/>
              </a:rPr>
              <a:t> </a:t>
            </a:r>
            <a:r>
              <a:rPr sz="2000" dirty="0" err="1" smtClean="0">
                <a:solidFill>
                  <a:srgbClr val="404040"/>
                </a:solidFill>
                <a:latin typeface="MHWTFQ+Trebuchet MS"/>
                <a:cs typeface="MHWTFQ+Trebuchet MS"/>
              </a:rPr>
              <a:t>odklonili</a:t>
            </a:r>
            <a:endParaRPr lang="sk-SK" sz="2000" dirty="0" smtClean="0">
              <a:solidFill>
                <a:srgbClr val="404040"/>
              </a:solidFill>
              <a:latin typeface="MHWTFQ+Trebuchet MS"/>
              <a:cs typeface="MHWTFQ+Trebuchet MS"/>
            </a:endParaRPr>
          </a:p>
          <a:p>
            <a:pPr marL="342900" indent="-342900">
              <a:lnSpc>
                <a:spcPts val="2090"/>
              </a:lnSpc>
              <a:buFont typeface="LEIREG+Wingdings 3" panose="020B0604020202020204" charset="2"/>
              <a:buChar char="u"/>
            </a:pPr>
            <a:r>
              <a:rPr lang="sk-SK" sz="2000" spc="1074" dirty="0" smtClean="0">
                <a:solidFill>
                  <a:srgbClr val="5FCBEF"/>
                </a:solidFill>
                <a:latin typeface="Times New Roman"/>
                <a:cs typeface="Times New Roman"/>
              </a:rPr>
              <a:t> </a:t>
            </a:r>
            <a:r>
              <a:rPr sz="2000" dirty="0" err="1" smtClean="0">
                <a:solidFill>
                  <a:srgbClr val="404040"/>
                </a:solidFill>
                <a:latin typeface="MHWTFQ+Trebuchet MS"/>
                <a:cs typeface="MHWTFQ+Trebuchet MS"/>
              </a:rPr>
              <a:t>na</a:t>
            </a:r>
            <a:r>
              <a:rPr sz="2000" dirty="0" smtClean="0">
                <a:solidFill>
                  <a:srgbClr val="404040"/>
                </a:solidFill>
                <a:latin typeface="MHWTFQ+Trebuchet MS"/>
                <a:cs typeface="MHWTFQ+Trebuchet MS"/>
              </a:rPr>
              <a:t> </a:t>
            </a:r>
            <a:r>
              <a:rPr sz="2000" dirty="0">
                <a:solidFill>
                  <a:srgbClr val="404040"/>
                </a:solidFill>
                <a:latin typeface="MHWTFQ+Trebuchet MS"/>
                <a:cs typeface="MHWTFQ+Trebuchet MS"/>
              </a:rPr>
              <a:t>veži</a:t>
            </a:r>
            <a:r>
              <a:rPr sz="2000" spc="-28" dirty="0">
                <a:solidFill>
                  <a:srgbClr val="404040"/>
                </a:solidFill>
                <a:latin typeface="MHWTFQ+Trebuchet MS"/>
                <a:cs typeface="MHWTFQ+Trebuchet MS"/>
              </a:rPr>
              <a:t> </a:t>
            </a:r>
            <a:r>
              <a:rPr sz="2000" dirty="0">
                <a:solidFill>
                  <a:srgbClr val="404040"/>
                </a:solidFill>
                <a:latin typeface="MHWTFQ+Trebuchet MS"/>
                <a:cs typeface="MHWTFQ+Trebuchet MS"/>
              </a:rPr>
              <a:t>pri trati stojí</a:t>
            </a:r>
            <a:r>
              <a:rPr sz="2000" spc="-23" dirty="0">
                <a:solidFill>
                  <a:srgbClr val="404040"/>
                </a:solidFill>
                <a:latin typeface="MHWTFQ+Trebuchet MS"/>
                <a:cs typeface="MHWTFQ+Trebuchet MS"/>
              </a:rPr>
              <a:t> </a:t>
            </a:r>
            <a:r>
              <a:rPr sz="2000" dirty="0" err="1">
                <a:solidFill>
                  <a:srgbClr val="404040"/>
                </a:solidFill>
                <a:latin typeface="MHWTFQ+Trebuchet MS"/>
                <a:cs typeface="MHWTFQ+Trebuchet MS"/>
              </a:rPr>
              <a:t>statný</a:t>
            </a:r>
            <a:r>
              <a:rPr sz="2000" spc="11" dirty="0">
                <a:solidFill>
                  <a:srgbClr val="404040"/>
                </a:solidFill>
                <a:latin typeface="MHWTFQ+Trebuchet MS"/>
                <a:cs typeface="MHWTFQ+Trebuchet MS"/>
              </a:rPr>
              <a:t> </a:t>
            </a:r>
            <a:r>
              <a:rPr sz="2000" dirty="0" err="1" smtClean="0">
                <a:solidFill>
                  <a:srgbClr val="404040"/>
                </a:solidFill>
                <a:latin typeface="MHWTFQ+Trebuchet MS"/>
                <a:cs typeface="MHWTFQ+Trebuchet MS"/>
              </a:rPr>
              <a:t>muž</a:t>
            </a:r>
            <a:endParaRPr lang="sk-SK" sz="2000" dirty="0">
              <a:solidFill>
                <a:srgbClr val="404040"/>
              </a:solidFill>
              <a:latin typeface="MHWTFQ+Trebuchet MS"/>
              <a:cs typeface="MHWTFQ+Trebuchet MS"/>
            </a:endParaRPr>
          </a:p>
          <a:p>
            <a:pPr marL="342900" indent="-342900">
              <a:lnSpc>
                <a:spcPts val="2090"/>
              </a:lnSpc>
              <a:buFont typeface="LEIREG+Wingdings 3" panose="020B0604020202020204" charset="2"/>
              <a:buChar char="u"/>
            </a:pPr>
            <a:r>
              <a:rPr lang="sk-SK" sz="2000" spc="1074" dirty="0" smtClean="0">
                <a:solidFill>
                  <a:srgbClr val="5FCBEF"/>
                </a:solidFill>
                <a:latin typeface="Times New Roman"/>
                <a:cs typeface="Times New Roman"/>
              </a:rPr>
              <a:t> </a:t>
            </a:r>
            <a:r>
              <a:rPr lang="sk-SK" sz="2000" dirty="0" smtClean="0">
                <a:solidFill>
                  <a:srgbClr val="404040"/>
                </a:solidFill>
                <a:latin typeface="MHWTFQ+Trebuchet MS"/>
                <a:cs typeface="MHWTFQ+Trebuchet MS"/>
              </a:rPr>
              <a:t>Jeho váha by </a:t>
            </a:r>
            <a:r>
              <a:rPr lang="sk-SK" sz="2000" dirty="0" err="1" smtClean="0">
                <a:solidFill>
                  <a:srgbClr val="404040"/>
                </a:solidFill>
                <a:latin typeface="MHWTFQ+Trebuchet MS"/>
                <a:cs typeface="MHWTFQ+Trebuchet MS"/>
              </a:rPr>
              <a:t>stači</a:t>
            </a:r>
            <a:r>
              <a:rPr sz="2000" dirty="0" smtClean="0">
                <a:solidFill>
                  <a:srgbClr val="404040"/>
                </a:solidFill>
                <a:latin typeface="MHWTFQ+Trebuchet MS"/>
                <a:cs typeface="MHWTFQ+Trebuchet MS"/>
              </a:rPr>
              <a:t>la </a:t>
            </a:r>
            <a:r>
              <a:rPr sz="2000" dirty="0">
                <a:solidFill>
                  <a:srgbClr val="404040"/>
                </a:solidFill>
                <a:latin typeface="MHWTFQ+Trebuchet MS"/>
                <a:cs typeface="MHWTFQ+Trebuchet MS"/>
              </a:rPr>
              <a:t>na</a:t>
            </a:r>
            <a:r>
              <a:rPr sz="2000" spc="25" dirty="0">
                <a:solidFill>
                  <a:srgbClr val="404040"/>
                </a:solidFill>
                <a:latin typeface="MHWTFQ+Trebuchet MS"/>
                <a:cs typeface="MHWTFQ+Trebuchet MS"/>
              </a:rPr>
              <a:t> </a:t>
            </a:r>
            <a:r>
              <a:rPr sz="2000" dirty="0">
                <a:solidFill>
                  <a:srgbClr val="404040"/>
                </a:solidFill>
                <a:latin typeface="MHWTFQ+Trebuchet MS"/>
                <a:cs typeface="MHWTFQ+Trebuchet MS"/>
              </a:rPr>
              <a:t>to,</a:t>
            </a:r>
            <a:r>
              <a:rPr sz="2000" spc="-29" dirty="0">
                <a:solidFill>
                  <a:srgbClr val="404040"/>
                </a:solidFill>
                <a:latin typeface="MHWTFQ+Trebuchet MS"/>
                <a:cs typeface="MHWTFQ+Trebuchet MS"/>
              </a:rPr>
              <a:t> </a:t>
            </a:r>
            <a:r>
              <a:rPr sz="2000" dirty="0">
                <a:solidFill>
                  <a:srgbClr val="404040"/>
                </a:solidFill>
                <a:latin typeface="MHWTFQ+Trebuchet MS"/>
                <a:cs typeface="MHWTFQ+Trebuchet MS"/>
              </a:rPr>
              <a:t>aby</a:t>
            </a:r>
            <a:r>
              <a:rPr sz="2000" spc="11" dirty="0">
                <a:solidFill>
                  <a:srgbClr val="404040"/>
                </a:solidFill>
                <a:latin typeface="MHWTFQ+Trebuchet MS"/>
                <a:cs typeface="MHWTFQ+Trebuchet MS"/>
              </a:rPr>
              <a:t> </a:t>
            </a:r>
            <a:r>
              <a:rPr sz="2000" dirty="0" err="1">
                <a:solidFill>
                  <a:srgbClr val="404040"/>
                </a:solidFill>
                <a:latin typeface="MHWTFQ+Trebuchet MS"/>
                <a:cs typeface="MHWTFQ+Trebuchet MS"/>
              </a:rPr>
              <a:t>drezinu</a:t>
            </a:r>
            <a:r>
              <a:rPr sz="2000" spc="-12" dirty="0">
                <a:solidFill>
                  <a:srgbClr val="404040"/>
                </a:solidFill>
                <a:latin typeface="MHWTFQ+Trebuchet MS"/>
                <a:cs typeface="MHWTFQ+Trebuchet MS"/>
              </a:rPr>
              <a:t> </a:t>
            </a:r>
            <a:r>
              <a:rPr sz="2000" dirty="0" err="1" smtClean="0">
                <a:solidFill>
                  <a:srgbClr val="404040"/>
                </a:solidFill>
                <a:latin typeface="MHWTFQ+Trebuchet MS"/>
                <a:cs typeface="MHWTFQ+Trebuchet MS"/>
              </a:rPr>
              <a:t>zastavila</a:t>
            </a:r>
            <a:r>
              <a:rPr lang="sk-SK" sz="2000" spc="21" dirty="0">
                <a:solidFill>
                  <a:srgbClr val="404040"/>
                </a:solidFill>
                <a:latin typeface="MHWTFQ+Trebuchet MS"/>
                <a:cs typeface="MHWTFQ+Trebuchet MS"/>
              </a:rPr>
              <a:t> </a:t>
            </a:r>
            <a:r>
              <a:rPr lang="sk-SK" sz="2000" spc="21" dirty="0" smtClean="0">
                <a:solidFill>
                  <a:srgbClr val="404040"/>
                </a:solidFill>
                <a:latin typeface="MHWTFQ+Trebuchet MS"/>
                <a:cs typeface="MHWTFQ+Trebuchet MS"/>
              </a:rPr>
              <a:t>(</a:t>
            </a:r>
            <a:r>
              <a:rPr lang="sk-SK" sz="2000" spc="21" dirty="0" err="1" smtClean="0">
                <a:solidFill>
                  <a:srgbClr val="404040"/>
                </a:solidFill>
                <a:latin typeface="MHWTFQ+Trebuchet MS"/>
                <a:cs typeface="MHWTFQ+Trebuchet MS"/>
              </a:rPr>
              <a:t>zachránli</a:t>
            </a:r>
            <a:r>
              <a:rPr lang="sk-SK" sz="2000" spc="21" dirty="0" smtClean="0">
                <a:solidFill>
                  <a:srgbClr val="404040"/>
                </a:solidFill>
                <a:latin typeface="MHWTFQ+Trebuchet MS"/>
                <a:cs typeface="MHWTFQ+Trebuchet MS"/>
              </a:rPr>
              <a:t> by ste </a:t>
            </a:r>
            <a:r>
              <a:rPr sz="2000" dirty="0" err="1" smtClean="0">
                <a:solidFill>
                  <a:srgbClr val="404040"/>
                </a:solidFill>
                <a:latin typeface="MHWTFQ+Trebuchet MS"/>
                <a:cs typeface="MHWTFQ+Trebuchet MS"/>
              </a:rPr>
              <a:t>životy</a:t>
            </a:r>
            <a:r>
              <a:rPr sz="2000" spc="-14" dirty="0" smtClean="0">
                <a:solidFill>
                  <a:srgbClr val="404040"/>
                </a:solidFill>
                <a:latin typeface="MHWTFQ+Trebuchet MS"/>
                <a:cs typeface="MHWTFQ+Trebuchet MS"/>
              </a:rPr>
              <a:t> </a:t>
            </a:r>
            <a:r>
              <a:rPr sz="2000" dirty="0">
                <a:solidFill>
                  <a:srgbClr val="404040"/>
                </a:solidFill>
                <a:latin typeface="MHWTFQ+Trebuchet MS"/>
                <a:cs typeface="MHWTFQ+Trebuchet MS"/>
              </a:rPr>
              <a:t>4 </a:t>
            </a:r>
            <a:r>
              <a:rPr sz="2000" spc="-39" dirty="0" err="1" smtClean="0">
                <a:solidFill>
                  <a:srgbClr val="404040"/>
                </a:solidFill>
                <a:latin typeface="MHWTFQ+Trebuchet MS"/>
                <a:cs typeface="MHWTFQ+Trebuchet MS"/>
              </a:rPr>
              <a:t>mužov</a:t>
            </a:r>
            <a:r>
              <a:rPr lang="sk-SK" sz="2000" spc="-39" dirty="0" smtClean="0">
                <a:solidFill>
                  <a:srgbClr val="404040"/>
                </a:solidFill>
                <a:latin typeface="MHWTFQ+Trebuchet MS"/>
                <a:cs typeface="MHWTFQ+Trebuchet MS"/>
              </a:rPr>
              <a:t>)</a:t>
            </a:r>
          </a:p>
          <a:p>
            <a:pPr>
              <a:lnSpc>
                <a:spcPts val="2090"/>
              </a:lnSpc>
            </a:pPr>
            <a:r>
              <a:rPr lang="sk-SK" sz="2000" dirty="0">
                <a:solidFill>
                  <a:srgbClr val="5FCBEF"/>
                </a:solidFill>
                <a:latin typeface="LEIREG+Wingdings 3"/>
                <a:cs typeface="LEIREG+Wingdings 3"/>
              </a:rPr>
              <a:t></a:t>
            </a:r>
            <a:r>
              <a:rPr lang="sk-SK" sz="2000" spc="1074" dirty="0">
                <a:solidFill>
                  <a:srgbClr val="5FCBEF"/>
                </a:solidFill>
                <a:latin typeface="Times New Roman"/>
                <a:cs typeface="Times New Roman"/>
              </a:rPr>
              <a:t> </a:t>
            </a:r>
            <a:r>
              <a:rPr sz="2000" dirty="0" err="1" smtClean="0">
                <a:solidFill>
                  <a:srgbClr val="404040"/>
                </a:solidFill>
                <a:latin typeface="MHWTFQ+Trebuchet MS"/>
                <a:cs typeface="MHWTFQ+Trebuchet MS"/>
              </a:rPr>
              <a:t>Obetujete</a:t>
            </a:r>
            <a:r>
              <a:rPr sz="2000" spc="-40" dirty="0" smtClean="0">
                <a:solidFill>
                  <a:srgbClr val="404040"/>
                </a:solidFill>
                <a:latin typeface="MHWTFQ+Trebuchet MS"/>
                <a:cs typeface="MHWTFQ+Trebuchet MS"/>
              </a:rPr>
              <a:t> </a:t>
            </a:r>
            <a:r>
              <a:rPr sz="2000" dirty="0">
                <a:solidFill>
                  <a:srgbClr val="404040"/>
                </a:solidFill>
                <a:latin typeface="MHWTFQ+Trebuchet MS"/>
                <a:cs typeface="MHWTFQ+Trebuchet MS"/>
              </a:rPr>
              <a:t>jedného, aby</a:t>
            </a:r>
            <a:r>
              <a:rPr sz="2000" spc="-10" dirty="0">
                <a:solidFill>
                  <a:srgbClr val="404040"/>
                </a:solidFill>
                <a:latin typeface="MHWTFQ+Trebuchet MS"/>
                <a:cs typeface="MHWTFQ+Trebuchet MS"/>
              </a:rPr>
              <a:t> </a:t>
            </a:r>
            <a:r>
              <a:rPr sz="2000" dirty="0" err="1">
                <a:solidFill>
                  <a:srgbClr val="404040"/>
                </a:solidFill>
                <a:latin typeface="MHWTFQ+Trebuchet MS"/>
                <a:cs typeface="MHWTFQ+Trebuchet MS"/>
              </a:rPr>
              <a:t>ste</a:t>
            </a:r>
            <a:r>
              <a:rPr sz="2000" spc="12" dirty="0">
                <a:solidFill>
                  <a:srgbClr val="404040"/>
                </a:solidFill>
                <a:latin typeface="MHWTFQ+Trebuchet MS"/>
                <a:cs typeface="MHWTFQ+Trebuchet MS"/>
              </a:rPr>
              <a:t> </a:t>
            </a:r>
            <a:r>
              <a:rPr sz="2000" dirty="0" err="1" smtClean="0">
                <a:solidFill>
                  <a:srgbClr val="404040"/>
                </a:solidFill>
                <a:latin typeface="MHWTFQ+Trebuchet MS"/>
                <a:cs typeface="MHWTFQ+Trebuchet MS"/>
              </a:rPr>
              <a:t>zachránili</a:t>
            </a:r>
            <a:r>
              <a:rPr lang="sk-SK" sz="2000" dirty="0" smtClean="0">
                <a:solidFill>
                  <a:srgbClr val="404040"/>
                </a:solidFill>
                <a:latin typeface="MHWTFQ+Trebuchet MS"/>
                <a:cs typeface="MHWTFQ+Trebuchet MS"/>
              </a:rPr>
              <a:t> </a:t>
            </a:r>
            <a:r>
              <a:rPr sz="2000" dirty="0" err="1" smtClean="0">
                <a:solidFill>
                  <a:srgbClr val="404040"/>
                </a:solidFill>
                <a:latin typeface="MHWTFQ+Trebuchet MS"/>
                <a:cs typeface="MHWTFQ+Trebuchet MS"/>
              </a:rPr>
              <a:t>viacerých</a:t>
            </a:r>
            <a:r>
              <a:rPr sz="2000" dirty="0">
                <a:solidFill>
                  <a:srgbClr val="404040"/>
                </a:solidFill>
                <a:latin typeface="MHWTFQ+Trebuchet MS"/>
                <a:cs typeface="MHWTFQ+Trebuchet MS"/>
              </a:rPr>
              <a:t>?</a:t>
            </a:r>
            <a:r>
              <a:rPr sz="2000" spc="13" dirty="0">
                <a:solidFill>
                  <a:srgbClr val="404040"/>
                </a:solidFill>
                <a:latin typeface="MHWTFQ+Trebuchet MS"/>
                <a:cs typeface="MHWTFQ+Trebuchet MS"/>
              </a:rPr>
              <a:t> </a:t>
            </a:r>
            <a:r>
              <a:rPr lang="sk-SK" sz="2000" spc="13" dirty="0" err="1" smtClean="0">
                <a:solidFill>
                  <a:srgbClr val="404040"/>
                </a:solidFill>
                <a:latin typeface="MHWTFQ+Trebuchet MS"/>
                <a:cs typeface="MHWTFQ+Trebuchet MS"/>
              </a:rPr>
              <a:t>Sotít</a:t>
            </a:r>
            <a:r>
              <a:rPr sz="2000" dirty="0" smtClean="0">
                <a:solidFill>
                  <a:srgbClr val="404040"/>
                </a:solidFill>
                <a:latin typeface="MHWTFQ+Trebuchet MS"/>
                <a:cs typeface="MHWTFQ+Trebuchet MS"/>
              </a:rPr>
              <a:t>e</a:t>
            </a:r>
            <a:r>
              <a:rPr sz="2000" spc="-11" dirty="0" smtClean="0">
                <a:solidFill>
                  <a:srgbClr val="404040"/>
                </a:solidFill>
                <a:latin typeface="MHWTFQ+Trebuchet MS"/>
                <a:cs typeface="MHWTFQ+Trebuchet MS"/>
              </a:rPr>
              <a:t> </a:t>
            </a:r>
            <a:r>
              <a:rPr sz="2000" dirty="0" err="1" smtClean="0">
                <a:solidFill>
                  <a:srgbClr val="404040"/>
                </a:solidFill>
                <a:latin typeface="MHWTFQ+Trebuchet MS"/>
                <a:cs typeface="MHWTFQ+Trebuchet MS"/>
              </a:rPr>
              <a:t>toho</a:t>
            </a:r>
            <a:r>
              <a:rPr sz="2000" dirty="0" smtClean="0">
                <a:solidFill>
                  <a:srgbClr val="404040"/>
                </a:solidFill>
                <a:latin typeface="MHWTFQ+Trebuchet MS"/>
                <a:cs typeface="MHWTFQ+Trebuchet MS"/>
              </a:rPr>
              <a:t> </a:t>
            </a:r>
            <a:r>
              <a:rPr sz="2000" dirty="0">
                <a:solidFill>
                  <a:srgbClr val="404040"/>
                </a:solidFill>
                <a:latin typeface="MHWTFQ+Trebuchet MS"/>
                <a:cs typeface="MHWTFQ+Trebuchet MS"/>
              </a:rPr>
              <a:t>muža </a:t>
            </a:r>
            <a:r>
              <a:rPr sz="2000" dirty="0" err="1">
                <a:solidFill>
                  <a:srgbClr val="404040"/>
                </a:solidFill>
                <a:latin typeface="MHWTFQ+Trebuchet MS"/>
                <a:cs typeface="MHWTFQ+Trebuchet MS"/>
              </a:rPr>
              <a:t>alebo</a:t>
            </a:r>
            <a:r>
              <a:rPr sz="2000" dirty="0">
                <a:solidFill>
                  <a:srgbClr val="404040"/>
                </a:solidFill>
                <a:latin typeface="MHWTFQ+Trebuchet MS"/>
                <a:cs typeface="MHWTFQ+Trebuchet MS"/>
              </a:rPr>
              <a:t> </a:t>
            </a:r>
            <a:r>
              <a:rPr lang="sk-SK" sz="2000" dirty="0" smtClean="0">
                <a:solidFill>
                  <a:srgbClr val="404040"/>
                </a:solidFill>
                <a:latin typeface="MHWTFQ+Trebuchet MS"/>
                <a:cs typeface="MHWTFQ+Trebuchet MS"/>
              </a:rPr>
              <a:t>             </a:t>
            </a:r>
            <a:r>
              <a:rPr sz="2000" dirty="0" err="1" smtClean="0">
                <a:solidFill>
                  <a:srgbClr val="404040"/>
                </a:solidFill>
                <a:latin typeface="MHWTFQ+Trebuchet MS"/>
                <a:cs typeface="MHWTFQ+Trebuchet MS"/>
              </a:rPr>
              <a:t>nie</a:t>
            </a:r>
            <a:r>
              <a:rPr sz="2000" dirty="0">
                <a:solidFill>
                  <a:srgbClr val="404040"/>
                </a:solidFill>
                <a:latin typeface="MHWTFQ+Trebuchet MS"/>
                <a:cs typeface="MHWTFQ+Trebuchet MS"/>
              </a:rPr>
              <a:t>?</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100781"/>
            <a:ext cx="12211458" cy="6975584"/>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769010" y="3546584"/>
            <a:ext cx="7852803" cy="303534"/>
          </a:xfrm>
          <a:prstGeom prst="rect">
            <a:avLst/>
          </a:prstGeom>
        </p:spPr>
        <p:txBody>
          <a:bodyPr vert="horz" wrap="square" lIns="0" tIns="0" rIns="0" bIns="0" rtlCol="0">
            <a:spAutoFit/>
          </a:bodyPr>
          <a:lstStyle/>
          <a:p>
            <a:pPr marL="0" marR="0">
              <a:lnSpc>
                <a:spcPts val="2090"/>
              </a:lnSpc>
              <a:spcBef>
                <a:spcPts val="0"/>
              </a:spcBef>
              <a:spcAft>
                <a:spcPts val="0"/>
              </a:spcAft>
            </a:pPr>
            <a:r>
              <a:rPr sz="1450" dirty="0">
                <a:solidFill>
                  <a:srgbClr val="5FCBEF"/>
                </a:solidFill>
                <a:latin typeface="LEIREG+Wingdings 3"/>
                <a:cs typeface="LEIREG+Wingdings 3"/>
              </a:rPr>
              <a:t></a:t>
            </a:r>
            <a:r>
              <a:rPr sz="1450" spc="1074" dirty="0">
                <a:solidFill>
                  <a:srgbClr val="5FCBEF"/>
                </a:solidFill>
                <a:latin typeface="Times New Roman"/>
                <a:cs typeface="Times New Roman"/>
              </a:rPr>
              <a:t> </a:t>
            </a:r>
            <a:r>
              <a:rPr sz="1800" dirty="0">
                <a:solidFill>
                  <a:srgbClr val="404040"/>
                </a:solidFill>
                <a:latin typeface="MHWTFQ+Trebuchet MS"/>
                <a:cs typeface="MHWTFQ+Trebuchet MS"/>
              </a:rPr>
              <a:t>Väčšina</a:t>
            </a:r>
            <a:r>
              <a:rPr sz="1800" spc="52" dirty="0">
                <a:solidFill>
                  <a:srgbClr val="404040"/>
                </a:solidFill>
                <a:latin typeface="MHWTFQ+Trebuchet MS"/>
                <a:cs typeface="MHWTFQ+Trebuchet MS"/>
              </a:rPr>
              <a:t> </a:t>
            </a:r>
            <a:r>
              <a:rPr sz="1800" dirty="0">
                <a:solidFill>
                  <a:srgbClr val="404040"/>
                </a:solidFill>
                <a:latin typeface="MHWTFQ+Trebuchet MS"/>
                <a:cs typeface="MHWTFQ+Trebuchet MS"/>
              </a:rPr>
              <a:t>ľudí</a:t>
            </a:r>
            <a:r>
              <a:rPr sz="1800" spc="-20" dirty="0">
                <a:solidFill>
                  <a:srgbClr val="404040"/>
                </a:solidFill>
                <a:latin typeface="MHWTFQ+Trebuchet MS"/>
                <a:cs typeface="MHWTFQ+Trebuchet MS"/>
              </a:rPr>
              <a:t> </a:t>
            </a:r>
            <a:r>
              <a:rPr sz="1800" dirty="0">
                <a:solidFill>
                  <a:srgbClr val="404040"/>
                </a:solidFill>
                <a:latin typeface="MHWTFQ+Trebuchet MS"/>
                <a:cs typeface="MHWTFQ+Trebuchet MS"/>
              </a:rPr>
              <a:t>pri prvom</a:t>
            </a:r>
            <a:r>
              <a:rPr sz="1800" spc="-27" dirty="0">
                <a:solidFill>
                  <a:srgbClr val="404040"/>
                </a:solidFill>
                <a:latin typeface="MHWTFQ+Trebuchet MS"/>
                <a:cs typeface="MHWTFQ+Trebuchet MS"/>
              </a:rPr>
              <a:t> </a:t>
            </a:r>
            <a:r>
              <a:rPr sz="1800" dirty="0">
                <a:solidFill>
                  <a:srgbClr val="404040"/>
                </a:solidFill>
                <a:latin typeface="MHWTFQ+Trebuchet MS"/>
                <a:cs typeface="MHWTFQ+Trebuchet MS"/>
              </a:rPr>
              <a:t>príbehu:</a:t>
            </a:r>
            <a:r>
              <a:rPr sz="1800" spc="18" dirty="0">
                <a:solidFill>
                  <a:srgbClr val="404040"/>
                </a:solidFill>
                <a:latin typeface="MHWTFQ+Trebuchet MS"/>
                <a:cs typeface="MHWTFQ+Trebuchet MS"/>
              </a:rPr>
              <a:t> </a:t>
            </a:r>
            <a:r>
              <a:rPr sz="1800" dirty="0">
                <a:solidFill>
                  <a:srgbClr val="404040"/>
                </a:solidFill>
                <a:latin typeface="MHWTFQ+Trebuchet MS"/>
                <a:cs typeface="MHWTFQ+Trebuchet MS"/>
              </a:rPr>
              <a:t>prehodia výhybku, aby</a:t>
            </a:r>
            <a:r>
              <a:rPr sz="1800" spc="-10" dirty="0">
                <a:solidFill>
                  <a:srgbClr val="404040"/>
                </a:solidFill>
                <a:latin typeface="MHWTFQ+Trebuchet MS"/>
                <a:cs typeface="MHWTFQ+Trebuchet MS"/>
              </a:rPr>
              <a:t> </a:t>
            </a:r>
            <a:r>
              <a:rPr sz="1800" dirty="0">
                <a:solidFill>
                  <a:srgbClr val="404040"/>
                </a:solidFill>
                <a:latin typeface="MHWTFQ+Trebuchet MS"/>
                <a:cs typeface="MHWTFQ+Trebuchet MS"/>
              </a:rPr>
              <a:t>zachránili</a:t>
            </a:r>
            <a:r>
              <a:rPr sz="1800" spc="22" dirty="0">
                <a:solidFill>
                  <a:srgbClr val="404040"/>
                </a:solidFill>
                <a:latin typeface="MHWTFQ+Trebuchet MS"/>
                <a:cs typeface="MHWTFQ+Trebuchet MS"/>
              </a:rPr>
              <a:t> </a:t>
            </a:r>
            <a:r>
              <a:rPr sz="1800" dirty="0">
                <a:solidFill>
                  <a:srgbClr val="404040"/>
                </a:solidFill>
                <a:latin typeface="MHWTFQ+Trebuchet MS"/>
                <a:cs typeface="MHWTFQ+Trebuchet MS"/>
              </a:rPr>
              <a:t>väčšiu</a:t>
            </a:r>
          </a:p>
        </p:txBody>
      </p:sp>
      <p:sp>
        <p:nvSpPr>
          <p:cNvPr id="4" name="object 4"/>
          <p:cNvSpPr txBox="1"/>
          <p:nvPr/>
        </p:nvSpPr>
        <p:spPr>
          <a:xfrm>
            <a:off x="1113434" y="3820618"/>
            <a:ext cx="4622954" cy="303888"/>
          </a:xfrm>
          <a:prstGeom prst="rect">
            <a:avLst/>
          </a:prstGeom>
        </p:spPr>
        <p:txBody>
          <a:bodyPr vert="horz" wrap="square" lIns="0" tIns="0" rIns="0" bIns="0" rtlCol="0">
            <a:spAutoFit/>
          </a:bodyPr>
          <a:lstStyle/>
          <a:p>
            <a:pPr marL="0" marR="0">
              <a:lnSpc>
                <a:spcPts val="2092"/>
              </a:lnSpc>
              <a:spcBef>
                <a:spcPts val="0"/>
              </a:spcBef>
              <a:spcAft>
                <a:spcPts val="0"/>
              </a:spcAft>
            </a:pPr>
            <a:r>
              <a:rPr sz="1800" dirty="0">
                <a:solidFill>
                  <a:srgbClr val="404040"/>
                </a:solidFill>
                <a:latin typeface="MHWTFQ+Trebuchet MS"/>
                <a:cs typeface="MHWTFQ+Trebuchet MS"/>
              </a:rPr>
              <a:t>skupinu</a:t>
            </a:r>
            <a:r>
              <a:rPr sz="1800" spc="10" dirty="0">
                <a:solidFill>
                  <a:srgbClr val="404040"/>
                </a:solidFill>
                <a:latin typeface="MHWTFQ+Trebuchet MS"/>
                <a:cs typeface="MHWTFQ+Trebuchet MS"/>
              </a:rPr>
              <a:t> </a:t>
            </a:r>
            <a:r>
              <a:rPr sz="1800" dirty="0">
                <a:solidFill>
                  <a:srgbClr val="404040"/>
                </a:solidFill>
                <a:latin typeface="MHWTFQ+Trebuchet MS"/>
                <a:cs typeface="MHWTFQ+Trebuchet MS"/>
              </a:rPr>
              <a:t>mužov</a:t>
            </a:r>
            <a:r>
              <a:rPr sz="1800" spc="15" dirty="0">
                <a:solidFill>
                  <a:srgbClr val="404040"/>
                </a:solidFill>
                <a:latin typeface="MHWTFQ+Trebuchet MS"/>
                <a:cs typeface="MHWTFQ+Trebuchet MS"/>
              </a:rPr>
              <a:t> </a:t>
            </a:r>
            <a:r>
              <a:rPr sz="1800" spc="10" dirty="0">
                <a:solidFill>
                  <a:srgbClr val="404040"/>
                </a:solidFill>
                <a:latin typeface="MHWTFQ+Trebuchet MS"/>
                <a:cs typeface="MHWTFQ+Trebuchet MS"/>
              </a:rPr>
              <a:t>(4</a:t>
            </a:r>
            <a:r>
              <a:rPr sz="1800" spc="-32" dirty="0">
                <a:solidFill>
                  <a:srgbClr val="404040"/>
                </a:solidFill>
                <a:latin typeface="MHWTFQ+Trebuchet MS"/>
                <a:cs typeface="MHWTFQ+Trebuchet MS"/>
              </a:rPr>
              <a:t> </a:t>
            </a:r>
            <a:r>
              <a:rPr sz="1800" dirty="0">
                <a:solidFill>
                  <a:srgbClr val="404040"/>
                </a:solidFill>
                <a:latin typeface="MHWTFQ+Trebuchet MS"/>
                <a:cs typeface="MHWTFQ+Trebuchet MS"/>
              </a:rPr>
              <a:t>životy</a:t>
            </a:r>
            <a:r>
              <a:rPr sz="1800" spc="-12" dirty="0">
                <a:solidFill>
                  <a:srgbClr val="404040"/>
                </a:solidFill>
                <a:latin typeface="MHWTFQ+Trebuchet MS"/>
                <a:cs typeface="MHWTFQ+Trebuchet MS"/>
              </a:rPr>
              <a:t> </a:t>
            </a:r>
            <a:r>
              <a:rPr sz="1800" dirty="0">
                <a:solidFill>
                  <a:srgbClr val="404040"/>
                </a:solidFill>
                <a:latin typeface="MHWTFQ+Trebuchet MS"/>
                <a:cs typeface="MHWTFQ+Trebuchet MS"/>
              </a:rPr>
              <a:t>sú</a:t>
            </a:r>
            <a:r>
              <a:rPr sz="1800" spc="18" dirty="0">
                <a:solidFill>
                  <a:srgbClr val="404040"/>
                </a:solidFill>
                <a:latin typeface="MHWTFQ+Trebuchet MS"/>
                <a:cs typeface="MHWTFQ+Trebuchet MS"/>
              </a:rPr>
              <a:t> </a:t>
            </a:r>
            <a:r>
              <a:rPr sz="1800" dirty="0">
                <a:solidFill>
                  <a:srgbClr val="404040"/>
                </a:solidFill>
                <a:latin typeface="MHWTFQ+Trebuchet MS"/>
                <a:cs typeface="MHWTFQ+Trebuchet MS"/>
              </a:rPr>
              <a:t>viac ako jeden).</a:t>
            </a:r>
          </a:p>
        </p:txBody>
      </p:sp>
      <p:sp>
        <p:nvSpPr>
          <p:cNvPr id="5" name="object 5"/>
          <p:cNvSpPr txBox="1"/>
          <p:nvPr/>
        </p:nvSpPr>
        <p:spPr>
          <a:xfrm>
            <a:off x="769010" y="4220446"/>
            <a:ext cx="8538580" cy="577922"/>
          </a:xfrm>
          <a:prstGeom prst="rect">
            <a:avLst/>
          </a:prstGeom>
        </p:spPr>
        <p:txBody>
          <a:bodyPr vert="horz" wrap="square" lIns="0" tIns="0" rIns="0" bIns="0" rtlCol="0">
            <a:spAutoFit/>
          </a:bodyPr>
          <a:lstStyle/>
          <a:p>
            <a:pPr marL="0" marR="0">
              <a:lnSpc>
                <a:spcPts val="2090"/>
              </a:lnSpc>
              <a:spcBef>
                <a:spcPts val="0"/>
              </a:spcBef>
              <a:spcAft>
                <a:spcPts val="0"/>
              </a:spcAft>
            </a:pPr>
            <a:r>
              <a:rPr sz="1450" dirty="0">
                <a:solidFill>
                  <a:srgbClr val="5FCBEF"/>
                </a:solidFill>
                <a:latin typeface="LEIREG+Wingdings 3"/>
                <a:cs typeface="LEIREG+Wingdings 3"/>
              </a:rPr>
              <a:t></a:t>
            </a:r>
            <a:r>
              <a:rPr sz="1450" spc="1074" dirty="0">
                <a:solidFill>
                  <a:srgbClr val="5FCBEF"/>
                </a:solidFill>
                <a:latin typeface="Times New Roman"/>
                <a:cs typeface="Times New Roman"/>
              </a:rPr>
              <a:t> </a:t>
            </a:r>
            <a:r>
              <a:rPr sz="1800" dirty="0">
                <a:solidFill>
                  <a:srgbClr val="404040"/>
                </a:solidFill>
                <a:latin typeface="FPBUOD+Trebuchet MS"/>
                <a:cs typeface="FPBUOD+Trebuchet MS"/>
              </a:rPr>
              <a:t>Z</a:t>
            </a:r>
            <a:r>
              <a:rPr sz="1800" dirty="0">
                <a:solidFill>
                  <a:srgbClr val="404040"/>
                </a:solidFill>
                <a:latin typeface="MHWTFQ+Trebuchet MS"/>
                <a:cs typeface="MHWTFQ+Trebuchet MS"/>
              </a:rPr>
              <a:t>hodiť chlapa z veže</a:t>
            </a:r>
            <a:r>
              <a:rPr sz="1800" spc="-17" dirty="0">
                <a:solidFill>
                  <a:srgbClr val="404040"/>
                </a:solidFill>
                <a:latin typeface="MHWTFQ+Trebuchet MS"/>
                <a:cs typeface="MHWTFQ+Trebuchet MS"/>
              </a:rPr>
              <a:t> </a:t>
            </a:r>
            <a:r>
              <a:rPr sz="1800" dirty="0">
                <a:solidFill>
                  <a:srgbClr val="404040"/>
                </a:solidFill>
                <a:latin typeface="MHWTFQ+Trebuchet MS"/>
                <a:cs typeface="MHWTFQ+Trebuchet MS"/>
              </a:rPr>
              <a:t>nechce</a:t>
            </a:r>
            <a:r>
              <a:rPr sz="1800" spc="10" dirty="0">
                <a:solidFill>
                  <a:srgbClr val="404040"/>
                </a:solidFill>
                <a:latin typeface="MHWTFQ+Trebuchet MS"/>
                <a:cs typeface="MHWTFQ+Trebuchet MS"/>
              </a:rPr>
              <a:t> </a:t>
            </a:r>
            <a:r>
              <a:rPr sz="1800" dirty="0">
                <a:solidFill>
                  <a:srgbClr val="404040"/>
                </a:solidFill>
                <a:latin typeface="MHWTFQ+Trebuchet MS"/>
                <a:cs typeface="MHWTFQ+Trebuchet MS"/>
              </a:rPr>
              <a:t>skoro nikto. </a:t>
            </a:r>
            <a:r>
              <a:rPr sz="1800" spc="-23" dirty="0">
                <a:solidFill>
                  <a:srgbClr val="404040"/>
                </a:solidFill>
                <a:latin typeface="MHWTFQ+Trebuchet MS"/>
                <a:cs typeface="MHWTFQ+Trebuchet MS"/>
              </a:rPr>
              <a:t>Prečo</a:t>
            </a:r>
            <a:r>
              <a:rPr sz="1800" spc="21" dirty="0">
                <a:solidFill>
                  <a:srgbClr val="404040"/>
                </a:solidFill>
                <a:latin typeface="MHWTFQ+Trebuchet MS"/>
                <a:cs typeface="MHWTFQ+Trebuchet MS"/>
              </a:rPr>
              <a:t> </a:t>
            </a:r>
            <a:r>
              <a:rPr sz="1800" spc="10" dirty="0">
                <a:solidFill>
                  <a:srgbClr val="404040"/>
                </a:solidFill>
                <a:latin typeface="MHWTFQ+Trebuchet MS"/>
                <a:cs typeface="MHWTFQ+Trebuchet MS"/>
              </a:rPr>
              <a:t>je</a:t>
            </a:r>
            <a:r>
              <a:rPr sz="1800" spc="-22" dirty="0">
                <a:solidFill>
                  <a:srgbClr val="404040"/>
                </a:solidFill>
                <a:latin typeface="MHWTFQ+Trebuchet MS"/>
                <a:cs typeface="MHWTFQ+Trebuchet MS"/>
              </a:rPr>
              <a:t> </a:t>
            </a:r>
            <a:r>
              <a:rPr sz="1800" dirty="0">
                <a:solidFill>
                  <a:srgbClr val="404040"/>
                </a:solidFill>
                <a:latin typeface="MHWTFQ+Trebuchet MS"/>
                <a:cs typeface="MHWTFQ+Trebuchet MS"/>
              </a:rPr>
              <a:t>tomu</a:t>
            </a:r>
            <a:r>
              <a:rPr sz="1800" spc="10" dirty="0">
                <a:solidFill>
                  <a:srgbClr val="404040"/>
                </a:solidFill>
                <a:latin typeface="MHWTFQ+Trebuchet MS"/>
                <a:cs typeface="MHWTFQ+Trebuchet MS"/>
              </a:rPr>
              <a:t> </a:t>
            </a:r>
            <a:r>
              <a:rPr sz="1800" dirty="0">
                <a:solidFill>
                  <a:srgbClr val="404040"/>
                </a:solidFill>
                <a:latin typeface="MHWTFQ+Trebuchet MS"/>
                <a:cs typeface="MHWTFQ+Trebuchet MS"/>
              </a:rPr>
              <a:t>tak, keď vlastne</a:t>
            </a:r>
            <a:r>
              <a:rPr sz="1800" spc="14" dirty="0">
                <a:solidFill>
                  <a:srgbClr val="404040"/>
                </a:solidFill>
                <a:latin typeface="MHWTFQ+Trebuchet MS"/>
                <a:cs typeface="MHWTFQ+Trebuchet MS"/>
              </a:rPr>
              <a:t> </a:t>
            </a:r>
            <a:r>
              <a:rPr sz="1800" dirty="0">
                <a:solidFill>
                  <a:srgbClr val="404040"/>
                </a:solidFill>
                <a:latin typeface="MHWTFQ+Trebuchet MS"/>
                <a:cs typeface="MHWTFQ+Trebuchet MS"/>
              </a:rPr>
              <a:t>ide</a:t>
            </a:r>
            <a:r>
              <a:rPr sz="1800" spc="13" dirty="0">
                <a:solidFill>
                  <a:srgbClr val="404040"/>
                </a:solidFill>
                <a:latin typeface="MHWTFQ+Trebuchet MS"/>
                <a:cs typeface="MHWTFQ+Trebuchet MS"/>
              </a:rPr>
              <a:t> </a:t>
            </a:r>
            <a:r>
              <a:rPr sz="1800" dirty="0">
                <a:solidFill>
                  <a:srgbClr val="404040"/>
                </a:solidFill>
                <a:latin typeface="MHWTFQ+Trebuchet MS"/>
                <a:cs typeface="MHWTFQ+Trebuchet MS"/>
              </a:rPr>
              <a:t>o</a:t>
            </a:r>
          </a:p>
          <a:p>
            <a:pPr marL="344424" marR="0">
              <a:lnSpc>
                <a:spcPts val="2092"/>
              </a:lnSpc>
              <a:spcBef>
                <a:spcPts val="67"/>
              </a:spcBef>
              <a:spcAft>
                <a:spcPts val="0"/>
              </a:spcAft>
            </a:pPr>
            <a:r>
              <a:rPr sz="1800" dirty="0">
                <a:solidFill>
                  <a:srgbClr val="404040"/>
                </a:solidFill>
                <a:latin typeface="MHWTFQ+Trebuchet MS"/>
                <a:cs typeface="MHWTFQ+Trebuchet MS"/>
              </a:rPr>
              <a:t>tú</a:t>
            </a:r>
            <a:r>
              <a:rPr sz="1800" spc="-17" dirty="0">
                <a:solidFill>
                  <a:srgbClr val="404040"/>
                </a:solidFill>
                <a:latin typeface="MHWTFQ+Trebuchet MS"/>
                <a:cs typeface="MHWTFQ+Trebuchet MS"/>
              </a:rPr>
              <a:t> </a:t>
            </a:r>
            <a:r>
              <a:rPr sz="1800" dirty="0">
                <a:solidFill>
                  <a:srgbClr val="404040"/>
                </a:solidFill>
                <a:latin typeface="MHWTFQ+Trebuchet MS"/>
                <a:cs typeface="MHWTFQ+Trebuchet MS"/>
              </a:rPr>
              <a:t>istú</a:t>
            </a:r>
            <a:r>
              <a:rPr sz="1800" spc="13" dirty="0">
                <a:solidFill>
                  <a:srgbClr val="404040"/>
                </a:solidFill>
                <a:latin typeface="MHWTFQ+Trebuchet MS"/>
                <a:cs typeface="MHWTFQ+Trebuchet MS"/>
              </a:rPr>
              <a:t> </a:t>
            </a:r>
            <a:r>
              <a:rPr sz="1800" dirty="0">
                <a:solidFill>
                  <a:srgbClr val="404040"/>
                </a:solidFill>
                <a:latin typeface="MHWTFQ+Trebuchet MS"/>
                <a:cs typeface="MHWTFQ+Trebuchet MS"/>
              </a:rPr>
              <a:t>morálnu</a:t>
            </a:r>
            <a:r>
              <a:rPr sz="1800" spc="32" dirty="0">
                <a:solidFill>
                  <a:srgbClr val="404040"/>
                </a:solidFill>
                <a:latin typeface="MHWTFQ+Trebuchet MS"/>
                <a:cs typeface="MHWTFQ+Trebuchet MS"/>
              </a:rPr>
              <a:t> </a:t>
            </a:r>
            <a:r>
              <a:rPr sz="1800" dirty="0">
                <a:solidFill>
                  <a:srgbClr val="404040"/>
                </a:solidFill>
                <a:latin typeface="MHWTFQ+Trebuchet MS"/>
                <a:cs typeface="MHWTFQ+Trebuchet MS"/>
              </a:rPr>
              <a:t>dilemu</a:t>
            </a:r>
            <a:r>
              <a:rPr sz="1800" spc="27" dirty="0">
                <a:solidFill>
                  <a:srgbClr val="404040"/>
                </a:solidFill>
                <a:latin typeface="MHWTFQ+Trebuchet MS"/>
                <a:cs typeface="MHWTFQ+Trebuchet MS"/>
              </a:rPr>
              <a:t> </a:t>
            </a:r>
            <a:r>
              <a:rPr sz="1800" dirty="0">
                <a:solidFill>
                  <a:srgbClr val="404040"/>
                </a:solidFill>
                <a:latin typeface="FPBUOD+Trebuchet MS"/>
                <a:cs typeface="FPBUOD+Trebuchet MS"/>
              </a:rPr>
              <a:t>- </a:t>
            </a:r>
            <a:r>
              <a:rPr sz="1800" dirty="0">
                <a:solidFill>
                  <a:srgbClr val="404040"/>
                </a:solidFill>
                <a:latin typeface="MHWTFQ+Trebuchet MS"/>
                <a:cs typeface="MHWTFQ+Trebuchet MS"/>
              </a:rPr>
              <a:t>o záchranu</a:t>
            </a:r>
            <a:r>
              <a:rPr sz="1800" spc="11" dirty="0">
                <a:solidFill>
                  <a:srgbClr val="404040"/>
                </a:solidFill>
                <a:latin typeface="MHWTFQ+Trebuchet MS"/>
                <a:cs typeface="MHWTFQ+Trebuchet MS"/>
              </a:rPr>
              <a:t> </a:t>
            </a:r>
            <a:r>
              <a:rPr sz="1800" dirty="0">
                <a:solidFill>
                  <a:srgbClr val="404040"/>
                </a:solidFill>
                <a:latin typeface="MHWTFQ+Trebuchet MS"/>
                <a:cs typeface="MHWTFQ+Trebuchet MS"/>
              </a:rPr>
              <a:t>viacerých</a:t>
            </a:r>
            <a:r>
              <a:rPr sz="1800" spc="30" dirty="0">
                <a:solidFill>
                  <a:srgbClr val="404040"/>
                </a:solidFill>
                <a:latin typeface="MHWTFQ+Trebuchet MS"/>
                <a:cs typeface="MHWTFQ+Trebuchet MS"/>
              </a:rPr>
              <a:t> </a:t>
            </a:r>
            <a:r>
              <a:rPr sz="1800" dirty="0">
                <a:solidFill>
                  <a:srgbClr val="404040"/>
                </a:solidFill>
                <a:latin typeface="MHWTFQ+Trebuchet MS"/>
                <a:cs typeface="MHWTFQ+Trebuchet MS"/>
              </a:rPr>
              <a:t>životov</a:t>
            </a:r>
            <a:r>
              <a:rPr sz="1800" spc="-13" dirty="0">
                <a:solidFill>
                  <a:srgbClr val="404040"/>
                </a:solidFill>
                <a:latin typeface="MHWTFQ+Trebuchet MS"/>
                <a:cs typeface="MHWTFQ+Trebuchet MS"/>
              </a:rPr>
              <a:t> </a:t>
            </a:r>
            <a:r>
              <a:rPr sz="1800" dirty="0">
                <a:solidFill>
                  <a:srgbClr val="404040"/>
                </a:solidFill>
                <a:latin typeface="MHWTFQ+Trebuchet MS"/>
                <a:cs typeface="MHWTFQ+Trebuchet MS"/>
              </a:rPr>
              <a:t>pred jedným?</a:t>
            </a:r>
          </a:p>
        </p:txBody>
      </p:sp>
      <p:sp>
        <p:nvSpPr>
          <p:cNvPr id="6" name="object 6"/>
          <p:cNvSpPr txBox="1"/>
          <p:nvPr/>
        </p:nvSpPr>
        <p:spPr>
          <a:xfrm>
            <a:off x="769010" y="4897483"/>
            <a:ext cx="7149812" cy="303534"/>
          </a:xfrm>
          <a:prstGeom prst="rect">
            <a:avLst/>
          </a:prstGeom>
        </p:spPr>
        <p:txBody>
          <a:bodyPr vert="horz" wrap="square" lIns="0" tIns="0" rIns="0" bIns="0" rtlCol="0">
            <a:spAutoFit/>
          </a:bodyPr>
          <a:lstStyle/>
          <a:p>
            <a:pPr marL="0" marR="0">
              <a:lnSpc>
                <a:spcPts val="2090"/>
              </a:lnSpc>
              <a:spcBef>
                <a:spcPts val="0"/>
              </a:spcBef>
              <a:spcAft>
                <a:spcPts val="0"/>
              </a:spcAft>
            </a:pPr>
            <a:r>
              <a:rPr sz="1450" dirty="0">
                <a:solidFill>
                  <a:srgbClr val="5FCBEF"/>
                </a:solidFill>
                <a:latin typeface="LEIREG+Wingdings 3"/>
                <a:cs typeface="LEIREG+Wingdings 3"/>
              </a:rPr>
              <a:t></a:t>
            </a:r>
            <a:r>
              <a:rPr sz="1450" spc="1074" dirty="0">
                <a:solidFill>
                  <a:srgbClr val="5FCBEF"/>
                </a:solidFill>
                <a:latin typeface="Times New Roman"/>
                <a:cs typeface="Times New Roman"/>
              </a:rPr>
              <a:t> </a:t>
            </a:r>
            <a:r>
              <a:rPr sz="1800" dirty="0">
                <a:solidFill>
                  <a:srgbClr val="404040"/>
                </a:solidFill>
                <a:latin typeface="MHWTFQ+Trebuchet MS"/>
                <a:cs typeface="MHWTFQ+Trebuchet MS"/>
              </a:rPr>
              <a:t>V prvom</a:t>
            </a:r>
            <a:r>
              <a:rPr sz="1800" spc="-27" dirty="0">
                <a:solidFill>
                  <a:srgbClr val="404040"/>
                </a:solidFill>
                <a:latin typeface="MHWTFQ+Trebuchet MS"/>
                <a:cs typeface="MHWTFQ+Trebuchet MS"/>
              </a:rPr>
              <a:t> </a:t>
            </a:r>
            <a:r>
              <a:rPr sz="1800" dirty="0">
                <a:solidFill>
                  <a:srgbClr val="404040"/>
                </a:solidFill>
                <a:latin typeface="MHWTFQ+Trebuchet MS"/>
                <a:cs typeface="MHWTFQ+Trebuchet MS"/>
              </a:rPr>
              <a:t>príbehu</a:t>
            </a:r>
            <a:r>
              <a:rPr sz="1800" spc="13" dirty="0">
                <a:solidFill>
                  <a:srgbClr val="404040"/>
                </a:solidFill>
                <a:latin typeface="MHWTFQ+Trebuchet MS"/>
                <a:cs typeface="MHWTFQ+Trebuchet MS"/>
              </a:rPr>
              <a:t> </a:t>
            </a:r>
            <a:r>
              <a:rPr sz="1800" dirty="0">
                <a:solidFill>
                  <a:srgbClr val="404040"/>
                </a:solidFill>
                <a:latin typeface="MHWTFQ+Trebuchet MS"/>
                <a:cs typeface="MHWTFQ+Trebuchet MS"/>
              </a:rPr>
              <a:t>ide</a:t>
            </a:r>
            <a:r>
              <a:rPr sz="1800" spc="13" dirty="0">
                <a:solidFill>
                  <a:srgbClr val="404040"/>
                </a:solidFill>
                <a:latin typeface="MHWTFQ+Trebuchet MS"/>
                <a:cs typeface="MHWTFQ+Trebuchet MS"/>
              </a:rPr>
              <a:t> </a:t>
            </a:r>
            <a:r>
              <a:rPr sz="1800" dirty="0">
                <a:solidFill>
                  <a:srgbClr val="404040"/>
                </a:solidFill>
                <a:latin typeface="MHWTFQ+Trebuchet MS"/>
                <a:cs typeface="MHWTFQ+Trebuchet MS"/>
              </a:rPr>
              <a:t>iba o</a:t>
            </a:r>
            <a:r>
              <a:rPr sz="1800" spc="-21" dirty="0">
                <a:solidFill>
                  <a:srgbClr val="404040"/>
                </a:solidFill>
                <a:latin typeface="MHWTFQ+Trebuchet MS"/>
                <a:cs typeface="MHWTFQ+Trebuchet MS"/>
              </a:rPr>
              <a:t> </a:t>
            </a:r>
            <a:r>
              <a:rPr sz="1800" dirty="0">
                <a:solidFill>
                  <a:srgbClr val="404040"/>
                </a:solidFill>
                <a:latin typeface="MHWTFQ+Trebuchet MS"/>
                <a:cs typeface="MHWTFQ+Trebuchet MS"/>
              </a:rPr>
              <a:t>matematický</a:t>
            </a:r>
            <a:r>
              <a:rPr sz="1800" spc="62" dirty="0">
                <a:solidFill>
                  <a:srgbClr val="404040"/>
                </a:solidFill>
                <a:latin typeface="MHWTFQ+Trebuchet MS"/>
                <a:cs typeface="MHWTFQ+Trebuchet MS"/>
              </a:rPr>
              <a:t> </a:t>
            </a:r>
            <a:r>
              <a:rPr sz="1800" dirty="0">
                <a:solidFill>
                  <a:srgbClr val="404040"/>
                </a:solidFill>
                <a:latin typeface="MHWTFQ+Trebuchet MS"/>
                <a:cs typeface="MHWTFQ+Trebuchet MS"/>
              </a:rPr>
              <a:t>výpočet,</a:t>
            </a:r>
            <a:r>
              <a:rPr sz="1800" spc="-30" dirty="0">
                <a:solidFill>
                  <a:srgbClr val="404040"/>
                </a:solidFill>
                <a:latin typeface="MHWTFQ+Trebuchet MS"/>
                <a:cs typeface="MHWTFQ+Trebuchet MS"/>
              </a:rPr>
              <a:t> </a:t>
            </a:r>
            <a:r>
              <a:rPr sz="1800" dirty="0">
                <a:solidFill>
                  <a:srgbClr val="404040"/>
                </a:solidFill>
                <a:latin typeface="MHWTFQ+Trebuchet MS"/>
                <a:cs typeface="MHWTFQ+Trebuchet MS"/>
              </a:rPr>
              <a:t>4 </a:t>
            </a:r>
            <a:r>
              <a:rPr sz="1800" spc="10" dirty="0">
                <a:solidFill>
                  <a:srgbClr val="404040"/>
                </a:solidFill>
                <a:latin typeface="MHWTFQ+Trebuchet MS"/>
                <a:cs typeface="MHWTFQ+Trebuchet MS"/>
              </a:rPr>
              <a:t>je</a:t>
            </a:r>
            <a:r>
              <a:rPr sz="1800" spc="-22" dirty="0">
                <a:solidFill>
                  <a:srgbClr val="404040"/>
                </a:solidFill>
                <a:latin typeface="MHWTFQ+Trebuchet MS"/>
                <a:cs typeface="MHWTFQ+Trebuchet MS"/>
              </a:rPr>
              <a:t> </a:t>
            </a:r>
            <a:r>
              <a:rPr sz="1800" dirty="0">
                <a:solidFill>
                  <a:srgbClr val="404040"/>
                </a:solidFill>
                <a:latin typeface="MHWTFQ+Trebuchet MS"/>
                <a:cs typeface="MHWTFQ+Trebuchet MS"/>
              </a:rPr>
              <a:t>viac</a:t>
            </a:r>
            <a:r>
              <a:rPr sz="1800" spc="33" dirty="0">
                <a:solidFill>
                  <a:srgbClr val="404040"/>
                </a:solidFill>
                <a:latin typeface="MHWTFQ+Trebuchet MS"/>
                <a:cs typeface="MHWTFQ+Trebuchet MS"/>
              </a:rPr>
              <a:t> </a:t>
            </a:r>
            <a:r>
              <a:rPr sz="1800" dirty="0">
                <a:solidFill>
                  <a:srgbClr val="404040"/>
                </a:solidFill>
                <a:latin typeface="MHWTFQ+Trebuchet MS"/>
                <a:cs typeface="MHWTFQ+Trebuchet MS"/>
              </a:rPr>
              <a:t>ako</a:t>
            </a:r>
            <a:r>
              <a:rPr sz="1800" spc="13" dirty="0">
                <a:solidFill>
                  <a:srgbClr val="404040"/>
                </a:solidFill>
                <a:latin typeface="MHWTFQ+Trebuchet MS"/>
                <a:cs typeface="MHWTFQ+Trebuchet MS"/>
              </a:rPr>
              <a:t> </a:t>
            </a:r>
            <a:r>
              <a:rPr sz="1800" dirty="0">
                <a:solidFill>
                  <a:srgbClr val="404040"/>
                </a:solidFill>
                <a:latin typeface="MHWTFQ+Trebuchet MS"/>
                <a:cs typeface="MHWTFQ+Trebuchet MS"/>
              </a:rPr>
              <a:t>1.</a:t>
            </a:r>
          </a:p>
        </p:txBody>
      </p:sp>
      <p:sp>
        <p:nvSpPr>
          <p:cNvPr id="7" name="object 7"/>
          <p:cNvSpPr txBox="1"/>
          <p:nvPr/>
        </p:nvSpPr>
        <p:spPr>
          <a:xfrm>
            <a:off x="769010" y="5299533"/>
            <a:ext cx="7503235" cy="303888"/>
          </a:xfrm>
          <a:prstGeom prst="rect">
            <a:avLst/>
          </a:prstGeom>
        </p:spPr>
        <p:txBody>
          <a:bodyPr vert="horz" wrap="square" lIns="0" tIns="0" rIns="0" bIns="0" rtlCol="0">
            <a:spAutoFit/>
          </a:bodyPr>
          <a:lstStyle/>
          <a:p>
            <a:pPr marL="0" marR="0">
              <a:lnSpc>
                <a:spcPts val="2092"/>
              </a:lnSpc>
              <a:spcBef>
                <a:spcPts val="0"/>
              </a:spcBef>
              <a:spcAft>
                <a:spcPts val="0"/>
              </a:spcAft>
            </a:pPr>
            <a:r>
              <a:rPr sz="1450" dirty="0">
                <a:solidFill>
                  <a:srgbClr val="5FCBEF"/>
                </a:solidFill>
                <a:latin typeface="LEIREG+Wingdings 3"/>
                <a:cs typeface="LEIREG+Wingdings 3"/>
              </a:rPr>
              <a:t></a:t>
            </a:r>
            <a:r>
              <a:rPr sz="1450" spc="1074" dirty="0">
                <a:solidFill>
                  <a:srgbClr val="5FCBEF"/>
                </a:solidFill>
                <a:latin typeface="Times New Roman"/>
                <a:cs typeface="Times New Roman"/>
              </a:rPr>
              <a:t> </a:t>
            </a:r>
            <a:r>
              <a:rPr sz="1800" dirty="0">
                <a:solidFill>
                  <a:srgbClr val="404040"/>
                </a:solidFill>
                <a:latin typeface="MHWTFQ+Trebuchet MS"/>
                <a:cs typeface="MHWTFQ+Trebuchet MS"/>
              </a:rPr>
              <a:t>V druhom príbehu</a:t>
            </a:r>
            <a:r>
              <a:rPr sz="1800" spc="-13" dirty="0">
                <a:solidFill>
                  <a:srgbClr val="404040"/>
                </a:solidFill>
                <a:latin typeface="MHWTFQ+Trebuchet MS"/>
                <a:cs typeface="MHWTFQ+Trebuchet MS"/>
              </a:rPr>
              <a:t> </a:t>
            </a:r>
            <a:r>
              <a:rPr sz="1800" dirty="0">
                <a:solidFill>
                  <a:srgbClr val="404040"/>
                </a:solidFill>
                <a:latin typeface="MHWTFQ+Trebuchet MS"/>
                <a:cs typeface="MHWTFQ+Trebuchet MS"/>
              </a:rPr>
              <a:t>už ide</a:t>
            </a:r>
            <a:r>
              <a:rPr sz="1800" spc="15" dirty="0">
                <a:solidFill>
                  <a:srgbClr val="404040"/>
                </a:solidFill>
                <a:latin typeface="MHWTFQ+Trebuchet MS"/>
                <a:cs typeface="MHWTFQ+Trebuchet MS"/>
              </a:rPr>
              <a:t> </a:t>
            </a:r>
            <a:r>
              <a:rPr sz="1800" dirty="0">
                <a:solidFill>
                  <a:srgbClr val="404040"/>
                </a:solidFill>
                <a:latin typeface="MHWTFQ+Trebuchet MS"/>
                <a:cs typeface="MHWTFQ+Trebuchet MS"/>
              </a:rPr>
              <a:t>o fyzický</a:t>
            </a:r>
            <a:r>
              <a:rPr sz="1800" spc="-40" dirty="0">
                <a:solidFill>
                  <a:srgbClr val="404040"/>
                </a:solidFill>
                <a:latin typeface="MHWTFQ+Trebuchet MS"/>
                <a:cs typeface="MHWTFQ+Trebuchet MS"/>
              </a:rPr>
              <a:t> </a:t>
            </a:r>
            <a:r>
              <a:rPr sz="1800" dirty="0">
                <a:solidFill>
                  <a:srgbClr val="404040"/>
                </a:solidFill>
                <a:latin typeface="MHWTFQ+Trebuchet MS"/>
                <a:cs typeface="MHWTFQ+Trebuchet MS"/>
              </a:rPr>
              <a:t>kontakt</a:t>
            </a:r>
            <a:r>
              <a:rPr sz="1800" spc="16" dirty="0">
                <a:solidFill>
                  <a:srgbClr val="404040"/>
                </a:solidFill>
                <a:latin typeface="MHWTFQ+Trebuchet MS"/>
                <a:cs typeface="MHWTFQ+Trebuchet MS"/>
              </a:rPr>
              <a:t> </a:t>
            </a:r>
            <a:r>
              <a:rPr sz="1800" dirty="0">
                <a:solidFill>
                  <a:srgbClr val="404040"/>
                </a:solidFill>
                <a:latin typeface="MHWTFQ+Trebuchet MS"/>
                <a:cs typeface="MHWTFQ+Trebuchet MS"/>
              </a:rPr>
              <a:t>s</a:t>
            </a:r>
            <a:r>
              <a:rPr sz="1800" spc="-24" dirty="0">
                <a:solidFill>
                  <a:srgbClr val="404040"/>
                </a:solidFill>
                <a:latin typeface="MHWTFQ+Trebuchet MS"/>
                <a:cs typeface="MHWTFQ+Trebuchet MS"/>
              </a:rPr>
              <a:t> </a:t>
            </a:r>
            <a:r>
              <a:rPr sz="1800" dirty="0">
                <a:solidFill>
                  <a:srgbClr val="404040"/>
                </a:solidFill>
                <a:latin typeface="MHWTFQ+Trebuchet MS"/>
                <a:cs typeface="MHWTFQ+Trebuchet MS"/>
              </a:rPr>
              <a:t>mužom,</a:t>
            </a:r>
            <a:r>
              <a:rPr sz="1800" spc="19" dirty="0">
                <a:solidFill>
                  <a:srgbClr val="404040"/>
                </a:solidFill>
                <a:latin typeface="MHWTFQ+Trebuchet MS"/>
                <a:cs typeface="MHWTFQ+Trebuchet MS"/>
              </a:rPr>
              <a:t> </a:t>
            </a:r>
            <a:r>
              <a:rPr sz="1800" dirty="0">
                <a:solidFill>
                  <a:srgbClr val="404040"/>
                </a:solidFill>
                <a:latin typeface="MHWTFQ+Trebuchet MS"/>
                <a:cs typeface="MHWTFQ+Trebuchet MS"/>
              </a:rPr>
              <a:t>ktorého chcete</a:t>
            </a:r>
          </a:p>
        </p:txBody>
      </p:sp>
      <p:sp>
        <p:nvSpPr>
          <p:cNvPr id="8" name="object 8"/>
          <p:cNvSpPr txBox="1"/>
          <p:nvPr/>
        </p:nvSpPr>
        <p:spPr>
          <a:xfrm>
            <a:off x="1113434" y="5574419"/>
            <a:ext cx="6142220" cy="303534"/>
          </a:xfrm>
          <a:prstGeom prst="rect">
            <a:avLst/>
          </a:prstGeom>
        </p:spPr>
        <p:txBody>
          <a:bodyPr vert="horz" wrap="square" lIns="0" tIns="0" rIns="0" bIns="0" rtlCol="0">
            <a:spAutoFit/>
          </a:bodyPr>
          <a:lstStyle/>
          <a:p>
            <a:pPr marL="0" marR="0">
              <a:lnSpc>
                <a:spcPts val="2090"/>
              </a:lnSpc>
              <a:spcBef>
                <a:spcPts val="0"/>
              </a:spcBef>
              <a:spcAft>
                <a:spcPts val="0"/>
              </a:spcAft>
            </a:pPr>
            <a:r>
              <a:rPr sz="1800" dirty="0">
                <a:solidFill>
                  <a:srgbClr val="404040"/>
                </a:solidFill>
                <a:latin typeface="MHWTFQ+Trebuchet MS"/>
                <a:cs typeface="MHWTFQ+Trebuchet MS"/>
              </a:rPr>
              <a:t>obetovať, musíte</a:t>
            </a:r>
            <a:r>
              <a:rPr sz="1800" spc="38" dirty="0">
                <a:solidFill>
                  <a:srgbClr val="404040"/>
                </a:solidFill>
                <a:latin typeface="MHWTFQ+Trebuchet MS"/>
                <a:cs typeface="MHWTFQ+Trebuchet MS"/>
              </a:rPr>
              <a:t> </a:t>
            </a:r>
            <a:r>
              <a:rPr sz="1800" dirty="0">
                <a:solidFill>
                  <a:srgbClr val="404040"/>
                </a:solidFill>
                <a:latin typeface="MHWTFQ+Trebuchet MS"/>
                <a:cs typeface="MHWTFQ+Trebuchet MS"/>
              </a:rPr>
              <a:t>doňho</a:t>
            </a:r>
            <a:r>
              <a:rPr sz="1800" spc="-17" dirty="0">
                <a:solidFill>
                  <a:srgbClr val="404040"/>
                </a:solidFill>
                <a:latin typeface="MHWTFQ+Trebuchet MS"/>
                <a:cs typeface="MHWTFQ+Trebuchet MS"/>
              </a:rPr>
              <a:t> </a:t>
            </a:r>
            <a:r>
              <a:rPr sz="1800" dirty="0">
                <a:solidFill>
                  <a:srgbClr val="404040"/>
                </a:solidFill>
                <a:latin typeface="MHWTFQ+Trebuchet MS"/>
                <a:cs typeface="MHWTFQ+Trebuchet MS"/>
              </a:rPr>
              <a:t>skrátka</a:t>
            </a:r>
            <a:r>
              <a:rPr sz="1800" spc="30" dirty="0">
                <a:solidFill>
                  <a:srgbClr val="404040"/>
                </a:solidFill>
                <a:latin typeface="MHWTFQ+Trebuchet MS"/>
                <a:cs typeface="MHWTFQ+Trebuchet MS"/>
              </a:rPr>
              <a:t> </a:t>
            </a:r>
            <a:r>
              <a:rPr sz="1800" dirty="0">
                <a:solidFill>
                  <a:srgbClr val="404040"/>
                </a:solidFill>
                <a:latin typeface="MHWTFQ+Trebuchet MS"/>
                <a:cs typeface="MHWTFQ+Trebuchet MS"/>
              </a:rPr>
              <a:t>strčiť, aby</a:t>
            </a:r>
            <a:r>
              <a:rPr sz="1800" spc="11" dirty="0">
                <a:solidFill>
                  <a:srgbClr val="404040"/>
                </a:solidFill>
                <a:latin typeface="MHWTFQ+Trebuchet MS"/>
                <a:cs typeface="MHWTFQ+Trebuchet MS"/>
              </a:rPr>
              <a:t> </a:t>
            </a:r>
            <a:r>
              <a:rPr sz="1800" dirty="0">
                <a:solidFill>
                  <a:srgbClr val="404040"/>
                </a:solidFill>
                <a:latin typeface="MHWTFQ+Trebuchet MS"/>
                <a:cs typeface="MHWTFQ+Trebuchet MS"/>
              </a:rPr>
              <a:t>ostatní prežili.</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4891786" y="671668"/>
            <a:ext cx="3521228" cy="568969"/>
          </a:xfrm>
          <a:prstGeom prst="rect">
            <a:avLst/>
          </a:prstGeom>
        </p:spPr>
        <p:txBody>
          <a:bodyPr vert="horz" wrap="square" lIns="0" tIns="0" rIns="0" bIns="0" rtlCol="0">
            <a:spAutoFit/>
          </a:bodyPr>
          <a:lstStyle/>
          <a:p>
            <a:pPr marL="0" marR="0">
              <a:lnSpc>
                <a:spcPts val="4180"/>
              </a:lnSpc>
              <a:spcBef>
                <a:spcPts val="0"/>
              </a:spcBef>
              <a:spcAft>
                <a:spcPts val="0"/>
              </a:spcAft>
            </a:pPr>
            <a:r>
              <a:rPr sz="3600" dirty="0">
                <a:solidFill>
                  <a:srgbClr val="5FCBEF"/>
                </a:solidFill>
                <a:latin typeface="MHWTFQ+Trebuchet MS"/>
                <a:cs typeface="MHWTFQ+Trebuchet MS"/>
              </a:rPr>
              <a:t>Otcovská</a:t>
            </a:r>
            <a:r>
              <a:rPr sz="3600" spc="23" dirty="0">
                <a:solidFill>
                  <a:srgbClr val="5FCBEF"/>
                </a:solidFill>
                <a:latin typeface="MHWTFQ+Trebuchet MS"/>
                <a:cs typeface="MHWTFQ+Trebuchet MS"/>
              </a:rPr>
              <a:t> </a:t>
            </a:r>
            <a:r>
              <a:rPr sz="3600" dirty="0">
                <a:solidFill>
                  <a:srgbClr val="5FCBEF"/>
                </a:solidFill>
                <a:latin typeface="MHWTFQ+Trebuchet MS"/>
                <a:cs typeface="MHWTFQ+Trebuchet MS"/>
              </a:rPr>
              <a:t>dilema</a:t>
            </a:r>
          </a:p>
        </p:txBody>
      </p:sp>
      <p:sp>
        <p:nvSpPr>
          <p:cNvPr id="4" name="object 4"/>
          <p:cNvSpPr txBox="1"/>
          <p:nvPr/>
        </p:nvSpPr>
        <p:spPr>
          <a:xfrm>
            <a:off x="4583832" y="1628800"/>
            <a:ext cx="6984776" cy="807913"/>
          </a:xfrm>
          <a:prstGeom prst="rect">
            <a:avLst/>
          </a:prstGeom>
        </p:spPr>
        <p:txBody>
          <a:bodyPr vert="horz" wrap="square" lIns="0" tIns="0" rIns="0" bIns="0" rtlCol="0">
            <a:spAutoFit/>
          </a:bodyPr>
          <a:lstStyle/>
          <a:p>
            <a:pPr>
              <a:lnSpc>
                <a:spcPts val="2090"/>
              </a:lnSpc>
            </a:pPr>
            <a:r>
              <a:rPr lang="sk-SK" sz="2400" dirty="0" smtClean="0">
                <a:solidFill>
                  <a:srgbClr val="404040"/>
                </a:solidFill>
                <a:latin typeface="FPBUOD+Trebuchet MS"/>
                <a:cs typeface="FPBUOD+Trebuchet MS"/>
                <a:hlinkClick r:id="rId3"/>
              </a:rPr>
              <a:t>https://www.youtube.com/watch?v=SF-cDSpE6p0</a:t>
            </a:r>
            <a:endParaRPr lang="sk-SK" sz="2400" dirty="0" smtClean="0">
              <a:solidFill>
                <a:srgbClr val="404040"/>
              </a:solidFill>
              <a:latin typeface="FPBUOD+Trebuchet MS"/>
              <a:cs typeface="FPBUOD+Trebuchet MS"/>
            </a:endParaRPr>
          </a:p>
          <a:p>
            <a:pPr>
              <a:lnSpc>
                <a:spcPts val="2090"/>
              </a:lnSpc>
            </a:pPr>
            <a:endParaRPr lang="sk-SK" sz="2400" dirty="0" smtClean="0">
              <a:solidFill>
                <a:srgbClr val="404040"/>
              </a:solidFill>
              <a:latin typeface="FPBUOD+Trebuchet MS"/>
              <a:cs typeface="FPBUOD+Trebuchet MS"/>
            </a:endParaRPr>
          </a:p>
          <a:p>
            <a:pPr>
              <a:lnSpc>
                <a:spcPts val="2090"/>
              </a:lnSpc>
            </a:pPr>
            <a:r>
              <a:rPr lang="sk-SK" sz="2400" dirty="0" smtClean="0">
                <a:solidFill>
                  <a:srgbClr val="404040"/>
                </a:solidFill>
                <a:latin typeface="FPBUOD+Trebuchet MS"/>
                <a:cs typeface="FPBUOD+Trebuchet MS"/>
              </a:rPr>
              <a:t>(0:32-3:00) </a:t>
            </a:r>
            <a:r>
              <a:rPr sz="2400" dirty="0" smtClean="0">
                <a:solidFill>
                  <a:srgbClr val="404040"/>
                </a:solidFill>
                <a:latin typeface="FPBUOD+Trebuchet MS"/>
                <a:cs typeface="FPBUOD+Trebuchet MS"/>
              </a:rPr>
              <a:t>(13:20-2</a:t>
            </a:r>
            <a:r>
              <a:rPr lang="sk-SK" sz="2400" dirty="0" smtClean="0">
                <a:solidFill>
                  <a:srgbClr val="404040"/>
                </a:solidFill>
                <a:latin typeface="FPBUOD+Trebuchet MS"/>
                <a:cs typeface="FPBUOD+Trebuchet MS"/>
              </a:rPr>
              <a:t>2</a:t>
            </a:r>
            <a:r>
              <a:rPr sz="2400" dirty="0" smtClean="0">
                <a:solidFill>
                  <a:srgbClr val="404040"/>
                </a:solidFill>
                <a:latin typeface="FPBUOD+Trebuchet MS"/>
                <a:cs typeface="FPBUOD+Trebuchet MS"/>
              </a:rPr>
              <a:t>:</a:t>
            </a:r>
            <a:r>
              <a:rPr lang="sk-SK" sz="2400" dirty="0" smtClean="0">
                <a:solidFill>
                  <a:srgbClr val="404040"/>
                </a:solidFill>
                <a:latin typeface="FPBUOD+Trebuchet MS"/>
                <a:cs typeface="FPBUOD+Trebuchet MS"/>
              </a:rPr>
              <a:t>0</a:t>
            </a:r>
            <a:r>
              <a:rPr sz="2400" dirty="0" smtClean="0">
                <a:solidFill>
                  <a:srgbClr val="404040"/>
                </a:solidFill>
                <a:latin typeface="FPBUOD+Trebuchet MS"/>
                <a:cs typeface="FPBUOD+Trebuchet MS"/>
              </a:rPr>
              <a:t>0)</a:t>
            </a:r>
            <a:endParaRPr sz="2400" dirty="0">
              <a:solidFill>
                <a:srgbClr val="404040"/>
              </a:solidFill>
              <a:latin typeface="FPBUOD+Trebuchet MS"/>
              <a:cs typeface="FPBUOD+Trebuchet MS"/>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1233220" y="674473"/>
            <a:ext cx="7063318" cy="686115"/>
          </a:xfrm>
          <a:prstGeom prst="rect">
            <a:avLst/>
          </a:prstGeom>
        </p:spPr>
        <p:txBody>
          <a:bodyPr vert="horz" wrap="square" lIns="0" tIns="0" rIns="0" bIns="0" rtlCol="0">
            <a:spAutoFit/>
          </a:bodyPr>
          <a:lstStyle/>
          <a:p>
            <a:pPr marL="0" marR="0">
              <a:lnSpc>
                <a:spcPts val="5102"/>
              </a:lnSpc>
              <a:spcBef>
                <a:spcPts val="0"/>
              </a:spcBef>
              <a:spcAft>
                <a:spcPts val="0"/>
              </a:spcAft>
            </a:pPr>
            <a:r>
              <a:rPr sz="4400" b="1" dirty="0">
                <a:solidFill>
                  <a:srgbClr val="FF0066"/>
                </a:solidFill>
                <a:latin typeface="GIAWCR+Trebuchet MS Bold"/>
                <a:cs typeface="GIAWCR+Trebuchet MS Bold"/>
              </a:rPr>
              <a:t>Rozhodovanie</a:t>
            </a:r>
            <a:r>
              <a:rPr sz="4400" b="1" spc="20" dirty="0">
                <a:solidFill>
                  <a:srgbClr val="FF0066"/>
                </a:solidFill>
                <a:latin typeface="GIAWCR+Trebuchet MS Bold"/>
                <a:cs typeface="GIAWCR+Trebuchet MS Bold"/>
              </a:rPr>
              <a:t> </a:t>
            </a:r>
            <a:r>
              <a:rPr sz="4400" b="1" dirty="0">
                <a:solidFill>
                  <a:srgbClr val="FF0066"/>
                </a:solidFill>
                <a:latin typeface="GIAWCR+Trebuchet MS Bold"/>
                <a:cs typeface="GIAWCR+Trebuchet MS Bold"/>
              </a:rPr>
              <a:t>ovplyvňujú:</a:t>
            </a:r>
          </a:p>
        </p:txBody>
      </p:sp>
      <p:sp>
        <p:nvSpPr>
          <p:cNvPr id="4" name="object 4"/>
          <p:cNvSpPr txBox="1"/>
          <p:nvPr/>
        </p:nvSpPr>
        <p:spPr>
          <a:xfrm>
            <a:off x="1233220" y="2085793"/>
            <a:ext cx="3097058" cy="509158"/>
          </a:xfrm>
          <a:prstGeom prst="rect">
            <a:avLst/>
          </a:prstGeom>
        </p:spPr>
        <p:txBody>
          <a:bodyPr vert="horz" wrap="square" lIns="0" tIns="0" rIns="0" bIns="0" rtlCol="0">
            <a:spAutoFit/>
          </a:bodyPr>
          <a:lstStyle/>
          <a:p>
            <a:pPr marL="0" marR="0">
              <a:lnSpc>
                <a:spcPts val="3709"/>
              </a:lnSpc>
              <a:spcBef>
                <a:spcPts val="0"/>
              </a:spcBef>
              <a:spcAft>
                <a:spcPts val="0"/>
              </a:spcAft>
            </a:pPr>
            <a:r>
              <a:rPr sz="1900" dirty="0">
                <a:solidFill>
                  <a:srgbClr val="5FCBEF"/>
                </a:solidFill>
                <a:latin typeface="UOKHAD+Wingdings"/>
                <a:cs typeface="UOKHAD+Wingdings"/>
              </a:rPr>
              <a:t></a:t>
            </a:r>
            <a:r>
              <a:rPr sz="1900" spc="1263" dirty="0">
                <a:solidFill>
                  <a:srgbClr val="5FCBEF"/>
                </a:solidFill>
                <a:latin typeface="Times New Roman"/>
                <a:cs typeface="Times New Roman"/>
              </a:rPr>
              <a:t> </a:t>
            </a:r>
            <a:r>
              <a:rPr sz="3200" dirty="0">
                <a:solidFill>
                  <a:srgbClr val="404040"/>
                </a:solidFill>
                <a:latin typeface="FPBUOD+Trebuchet MS"/>
                <a:cs typeface="FPBUOD+Trebuchet MS"/>
              </a:rPr>
              <a:t>pocit</a:t>
            </a:r>
            <a:r>
              <a:rPr sz="3200" spc="29" dirty="0">
                <a:solidFill>
                  <a:srgbClr val="404040"/>
                </a:solidFill>
                <a:latin typeface="FPBUOD+Trebuchet MS"/>
                <a:cs typeface="FPBUOD+Trebuchet MS"/>
              </a:rPr>
              <a:t> </a:t>
            </a:r>
            <a:r>
              <a:rPr sz="3200" dirty="0">
                <a:solidFill>
                  <a:srgbClr val="404040"/>
                </a:solidFill>
                <a:latin typeface="FPBUOD+Trebuchet MS"/>
                <a:cs typeface="FPBUOD+Trebuchet MS"/>
              </a:rPr>
              <a:t>hodnoty</a:t>
            </a:r>
          </a:p>
        </p:txBody>
      </p:sp>
      <p:sp>
        <p:nvSpPr>
          <p:cNvPr id="5" name="object 5"/>
          <p:cNvSpPr txBox="1"/>
          <p:nvPr/>
        </p:nvSpPr>
        <p:spPr>
          <a:xfrm>
            <a:off x="1233220" y="2702156"/>
            <a:ext cx="4484907" cy="1121706"/>
          </a:xfrm>
          <a:prstGeom prst="rect">
            <a:avLst/>
          </a:prstGeom>
        </p:spPr>
        <p:txBody>
          <a:bodyPr vert="horz" wrap="square" lIns="0" tIns="0" rIns="0" bIns="0" rtlCol="0">
            <a:spAutoFit/>
          </a:bodyPr>
          <a:lstStyle/>
          <a:p>
            <a:pPr marL="0" marR="0">
              <a:lnSpc>
                <a:spcPts val="3706"/>
              </a:lnSpc>
              <a:spcBef>
                <a:spcPts val="0"/>
              </a:spcBef>
              <a:spcAft>
                <a:spcPts val="0"/>
              </a:spcAft>
            </a:pPr>
            <a:r>
              <a:rPr sz="2550" dirty="0">
                <a:solidFill>
                  <a:srgbClr val="5FCBEF"/>
                </a:solidFill>
                <a:latin typeface="UOKHAD+Wingdings"/>
                <a:cs typeface="UOKHAD+Wingdings"/>
              </a:rPr>
              <a:t></a:t>
            </a:r>
            <a:r>
              <a:rPr sz="2550" spc="762" dirty="0">
                <a:solidFill>
                  <a:srgbClr val="5FCBEF"/>
                </a:solidFill>
                <a:latin typeface="Times New Roman"/>
                <a:cs typeface="Times New Roman"/>
              </a:rPr>
              <a:t> </a:t>
            </a:r>
            <a:r>
              <a:rPr sz="3200" dirty="0">
                <a:solidFill>
                  <a:srgbClr val="404040"/>
                </a:solidFill>
                <a:latin typeface="FPBUOD+Trebuchet MS"/>
                <a:cs typeface="FPBUOD+Trebuchet MS"/>
              </a:rPr>
              <a:t>miera</a:t>
            </a:r>
            <a:r>
              <a:rPr sz="3200" spc="19" dirty="0">
                <a:solidFill>
                  <a:srgbClr val="404040"/>
                </a:solidFill>
                <a:latin typeface="FPBUOD+Trebuchet MS"/>
                <a:cs typeface="FPBUOD+Trebuchet MS"/>
              </a:rPr>
              <a:t> </a:t>
            </a:r>
            <a:r>
              <a:rPr sz="3200" dirty="0">
                <a:solidFill>
                  <a:srgbClr val="404040"/>
                </a:solidFill>
                <a:latin typeface="FPBUOD+Trebuchet MS"/>
                <a:cs typeface="FPBUOD+Trebuchet MS"/>
              </a:rPr>
              <a:t>istoty/neistoty</a:t>
            </a:r>
          </a:p>
          <a:p>
            <a:pPr marL="0" marR="0">
              <a:lnSpc>
                <a:spcPts val="3706"/>
              </a:lnSpc>
              <a:spcBef>
                <a:spcPts val="1119"/>
              </a:spcBef>
              <a:spcAft>
                <a:spcPts val="0"/>
              </a:spcAft>
            </a:pPr>
            <a:r>
              <a:rPr sz="2550" dirty="0">
                <a:solidFill>
                  <a:srgbClr val="5FCBEF"/>
                </a:solidFill>
                <a:latin typeface="UOKHAD+Wingdings"/>
                <a:cs typeface="UOKHAD+Wingdings"/>
              </a:rPr>
              <a:t></a:t>
            </a:r>
            <a:r>
              <a:rPr sz="2550" spc="762" dirty="0">
                <a:solidFill>
                  <a:srgbClr val="5FCBEF"/>
                </a:solidFill>
                <a:latin typeface="Times New Roman"/>
                <a:cs typeface="Times New Roman"/>
              </a:rPr>
              <a:t> </a:t>
            </a:r>
            <a:r>
              <a:rPr sz="3200" dirty="0">
                <a:solidFill>
                  <a:srgbClr val="404040"/>
                </a:solidFill>
                <a:latin typeface="MHWTFQ+Trebuchet MS"/>
                <a:cs typeface="MHWTFQ+Trebuchet MS"/>
              </a:rPr>
              <a:t>sociálna</a:t>
            </a:r>
            <a:r>
              <a:rPr sz="3200" spc="56" dirty="0">
                <a:solidFill>
                  <a:srgbClr val="404040"/>
                </a:solidFill>
                <a:latin typeface="MHWTFQ+Trebuchet MS"/>
                <a:cs typeface="MHWTFQ+Trebuchet MS"/>
              </a:rPr>
              <a:t> </a:t>
            </a:r>
            <a:r>
              <a:rPr sz="3200" dirty="0">
                <a:solidFill>
                  <a:srgbClr val="404040"/>
                </a:solidFill>
                <a:latin typeface="FPBUOD+Trebuchet MS"/>
                <a:cs typeface="FPBUOD+Trebuchet MS"/>
              </a:rPr>
              <a:t>interakcia</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769010" y="671668"/>
            <a:ext cx="2955568" cy="568969"/>
          </a:xfrm>
          <a:prstGeom prst="rect">
            <a:avLst/>
          </a:prstGeom>
        </p:spPr>
        <p:txBody>
          <a:bodyPr vert="horz" wrap="square" lIns="0" tIns="0" rIns="0" bIns="0" rtlCol="0">
            <a:spAutoFit/>
          </a:bodyPr>
          <a:lstStyle/>
          <a:p>
            <a:pPr marL="0" marR="0">
              <a:lnSpc>
                <a:spcPts val="4180"/>
              </a:lnSpc>
              <a:spcBef>
                <a:spcPts val="0"/>
              </a:spcBef>
              <a:spcAft>
                <a:spcPts val="0"/>
              </a:spcAft>
            </a:pPr>
            <a:r>
              <a:rPr sz="3600" spc="-35" dirty="0">
                <a:solidFill>
                  <a:srgbClr val="5FCBEF"/>
                </a:solidFill>
                <a:latin typeface="FPBUOD+Trebuchet MS"/>
                <a:cs typeface="FPBUOD+Trebuchet MS"/>
              </a:rPr>
              <a:t>Pocit</a:t>
            </a:r>
            <a:r>
              <a:rPr sz="3600" spc="39" dirty="0">
                <a:solidFill>
                  <a:srgbClr val="5FCBEF"/>
                </a:solidFill>
                <a:latin typeface="FPBUOD+Trebuchet MS"/>
                <a:cs typeface="FPBUOD+Trebuchet MS"/>
              </a:rPr>
              <a:t> </a:t>
            </a:r>
            <a:r>
              <a:rPr sz="3600" dirty="0">
                <a:solidFill>
                  <a:srgbClr val="5FCBEF"/>
                </a:solidFill>
                <a:latin typeface="FPBUOD+Trebuchet MS"/>
                <a:cs typeface="FPBUOD+Trebuchet MS"/>
              </a:rPr>
              <a:t>hodnoty</a:t>
            </a:r>
          </a:p>
        </p:txBody>
      </p:sp>
      <p:sp>
        <p:nvSpPr>
          <p:cNvPr id="4" name="object 4"/>
          <p:cNvSpPr txBox="1"/>
          <p:nvPr/>
        </p:nvSpPr>
        <p:spPr>
          <a:xfrm>
            <a:off x="769010" y="2216560"/>
            <a:ext cx="7179253" cy="392367"/>
          </a:xfrm>
          <a:prstGeom prst="rect">
            <a:avLst/>
          </a:prstGeom>
        </p:spPr>
        <p:txBody>
          <a:bodyPr vert="horz" wrap="square" lIns="0" tIns="0" rIns="0" bIns="0" rtlCol="0">
            <a:spAutoFit/>
          </a:bodyPr>
          <a:lstStyle/>
          <a:p>
            <a:pPr marL="0" marR="0">
              <a:lnSpc>
                <a:spcPts val="2789"/>
              </a:lnSpc>
              <a:spcBef>
                <a:spcPts val="0"/>
              </a:spcBef>
              <a:spcAft>
                <a:spcPts val="0"/>
              </a:spcAft>
            </a:pPr>
            <a:r>
              <a:rPr sz="1900" dirty="0">
                <a:solidFill>
                  <a:srgbClr val="5FCBEF"/>
                </a:solidFill>
                <a:latin typeface="BAQUAG+Arial"/>
                <a:cs typeface="BAQUAG+Arial"/>
              </a:rPr>
              <a:t>•</a:t>
            </a:r>
            <a:r>
              <a:rPr sz="1900" spc="1572" dirty="0">
                <a:solidFill>
                  <a:srgbClr val="5FCBEF"/>
                </a:solidFill>
                <a:latin typeface="Times New Roman"/>
                <a:cs typeface="Times New Roman"/>
              </a:rPr>
              <a:t> </a:t>
            </a:r>
            <a:r>
              <a:rPr sz="2400" dirty="0">
                <a:solidFill>
                  <a:srgbClr val="404040"/>
                </a:solidFill>
                <a:latin typeface="FPBUOD+Trebuchet MS"/>
                <a:cs typeface="FPBUOD+Trebuchet MS"/>
              </a:rPr>
              <a:t>j</a:t>
            </a:r>
            <a:r>
              <a:rPr sz="2400" dirty="0">
                <a:solidFill>
                  <a:srgbClr val="404040"/>
                </a:solidFill>
                <a:latin typeface="MHWTFQ+Trebuchet MS"/>
                <a:cs typeface="MHWTFQ+Trebuchet MS"/>
              </a:rPr>
              <a:t>e</a:t>
            </a:r>
            <a:r>
              <a:rPr sz="2400" spc="-19" dirty="0">
                <a:solidFill>
                  <a:srgbClr val="404040"/>
                </a:solidFill>
                <a:latin typeface="MHWTFQ+Trebuchet MS"/>
                <a:cs typeface="MHWTFQ+Trebuchet MS"/>
              </a:rPr>
              <a:t> </a:t>
            </a:r>
            <a:r>
              <a:rPr sz="2400" dirty="0">
                <a:solidFill>
                  <a:srgbClr val="404040"/>
                </a:solidFill>
                <a:latin typeface="MHWTFQ+Trebuchet MS"/>
                <a:cs typeface="MHWTFQ+Trebuchet MS"/>
              </a:rPr>
              <a:t>spracovaný</a:t>
            </a:r>
            <a:r>
              <a:rPr sz="2400" spc="-18" dirty="0">
                <a:solidFill>
                  <a:srgbClr val="404040"/>
                </a:solidFill>
                <a:latin typeface="MHWTFQ+Trebuchet MS"/>
                <a:cs typeface="MHWTFQ+Trebuchet MS"/>
              </a:rPr>
              <a:t> </a:t>
            </a:r>
            <a:r>
              <a:rPr sz="2400" dirty="0">
                <a:solidFill>
                  <a:srgbClr val="404040"/>
                </a:solidFill>
                <a:latin typeface="MHWTFQ+Trebuchet MS"/>
                <a:cs typeface="MHWTFQ+Trebuchet MS"/>
              </a:rPr>
              <a:t>v</a:t>
            </a:r>
            <a:r>
              <a:rPr sz="2400" spc="19" dirty="0">
                <a:solidFill>
                  <a:srgbClr val="404040"/>
                </a:solidFill>
                <a:latin typeface="MHWTFQ+Trebuchet MS"/>
                <a:cs typeface="MHWTFQ+Trebuchet MS"/>
              </a:rPr>
              <a:t> </a:t>
            </a:r>
            <a:r>
              <a:rPr sz="2400" dirty="0">
                <a:solidFill>
                  <a:srgbClr val="404040"/>
                </a:solidFill>
                <a:latin typeface="MHWTFQ+Trebuchet MS"/>
                <a:cs typeface="MHWTFQ+Trebuchet MS"/>
              </a:rPr>
              <a:t>centre</a:t>
            </a:r>
            <a:r>
              <a:rPr sz="2400" spc="-47" dirty="0">
                <a:solidFill>
                  <a:srgbClr val="404040"/>
                </a:solidFill>
                <a:latin typeface="MHWTFQ+Trebuchet MS"/>
                <a:cs typeface="MHWTFQ+Trebuchet MS"/>
              </a:rPr>
              <a:t> </a:t>
            </a:r>
            <a:r>
              <a:rPr sz="2400" dirty="0">
                <a:solidFill>
                  <a:srgbClr val="404040"/>
                </a:solidFill>
                <a:latin typeface="MHWTFQ+Trebuchet MS"/>
                <a:cs typeface="MHWTFQ+Trebuchet MS"/>
              </a:rPr>
              <a:t>systému</a:t>
            </a:r>
            <a:r>
              <a:rPr sz="2400" spc="26" dirty="0">
                <a:solidFill>
                  <a:srgbClr val="404040"/>
                </a:solidFill>
                <a:latin typeface="MHWTFQ+Trebuchet MS"/>
                <a:cs typeface="MHWTFQ+Trebuchet MS"/>
              </a:rPr>
              <a:t> </a:t>
            </a:r>
            <a:r>
              <a:rPr sz="2400" dirty="0">
                <a:solidFill>
                  <a:srgbClr val="404040"/>
                </a:solidFill>
                <a:latin typeface="MHWTFQ+Trebuchet MS"/>
                <a:cs typeface="MHWTFQ+Trebuchet MS"/>
              </a:rPr>
              <a:t>odmeny </a:t>
            </a:r>
            <a:r>
              <a:rPr sz="2400" dirty="0">
                <a:solidFill>
                  <a:srgbClr val="404040"/>
                </a:solidFill>
                <a:latin typeface="FPBUOD+Trebuchet MS"/>
                <a:cs typeface="FPBUOD+Trebuchet MS"/>
              </a:rPr>
              <a:t>v mozgu</a:t>
            </a:r>
          </a:p>
        </p:txBody>
      </p:sp>
      <p:sp>
        <p:nvSpPr>
          <p:cNvPr id="5" name="object 5"/>
          <p:cNvSpPr txBox="1"/>
          <p:nvPr/>
        </p:nvSpPr>
        <p:spPr>
          <a:xfrm>
            <a:off x="769010" y="2710876"/>
            <a:ext cx="8550349" cy="1123914"/>
          </a:xfrm>
          <a:prstGeom prst="rect">
            <a:avLst/>
          </a:prstGeom>
        </p:spPr>
        <p:txBody>
          <a:bodyPr vert="horz" wrap="square" lIns="0" tIns="0" rIns="0" bIns="0" rtlCol="0">
            <a:spAutoFit/>
          </a:bodyPr>
          <a:lstStyle/>
          <a:p>
            <a:pPr marL="0" marR="0">
              <a:lnSpc>
                <a:spcPts val="2786"/>
              </a:lnSpc>
              <a:spcBef>
                <a:spcPts val="0"/>
              </a:spcBef>
              <a:spcAft>
                <a:spcPts val="0"/>
              </a:spcAft>
            </a:pPr>
            <a:r>
              <a:rPr sz="1900" dirty="0">
                <a:solidFill>
                  <a:srgbClr val="5FCBEF"/>
                </a:solidFill>
                <a:latin typeface="BAQUAG+Arial"/>
                <a:cs typeface="BAQUAG+Arial"/>
              </a:rPr>
              <a:t>•</a:t>
            </a:r>
            <a:r>
              <a:rPr sz="1900" spc="1572" dirty="0">
                <a:solidFill>
                  <a:srgbClr val="5FCBEF"/>
                </a:solidFill>
                <a:latin typeface="Times New Roman"/>
                <a:cs typeface="Times New Roman"/>
              </a:rPr>
              <a:t> </a:t>
            </a:r>
            <a:r>
              <a:rPr sz="2400" dirty="0">
                <a:solidFill>
                  <a:srgbClr val="404040"/>
                </a:solidFill>
                <a:latin typeface="MHWTFQ+Trebuchet MS"/>
                <a:cs typeface="MHWTFQ+Trebuchet MS"/>
              </a:rPr>
              <a:t>hlavným nervovým prenášačom</a:t>
            </a:r>
            <a:r>
              <a:rPr sz="2400" spc="-56" dirty="0">
                <a:solidFill>
                  <a:srgbClr val="404040"/>
                </a:solidFill>
                <a:latin typeface="MHWTFQ+Trebuchet MS"/>
                <a:cs typeface="MHWTFQ+Trebuchet MS"/>
              </a:rPr>
              <a:t> </a:t>
            </a:r>
            <a:r>
              <a:rPr sz="2400" dirty="0">
                <a:solidFill>
                  <a:srgbClr val="404040"/>
                </a:solidFill>
                <a:latin typeface="MHWTFQ+Trebuchet MS"/>
                <a:cs typeface="MHWTFQ+Trebuchet MS"/>
              </a:rPr>
              <a:t>je</a:t>
            </a:r>
            <a:r>
              <a:rPr sz="2400" spc="21" dirty="0">
                <a:solidFill>
                  <a:srgbClr val="404040"/>
                </a:solidFill>
                <a:latin typeface="MHWTFQ+Trebuchet MS"/>
                <a:cs typeface="MHWTFQ+Trebuchet MS"/>
              </a:rPr>
              <a:t> </a:t>
            </a:r>
            <a:r>
              <a:rPr sz="2400" b="1" dirty="0" err="1" smtClean="0">
                <a:solidFill>
                  <a:srgbClr val="404040"/>
                </a:solidFill>
                <a:latin typeface="RBLPUO+Trebuchet MS Bold"/>
                <a:cs typeface="RBLPUO+Trebuchet MS Bold"/>
              </a:rPr>
              <a:t>dopam</a:t>
            </a:r>
            <a:r>
              <a:rPr lang="sk-SK" sz="2400" b="1" dirty="0" smtClean="0">
                <a:solidFill>
                  <a:srgbClr val="404040"/>
                </a:solidFill>
                <a:latin typeface="RBLPUO+Trebuchet MS Bold"/>
                <a:cs typeface="RBLPUO+Trebuchet MS Bold"/>
              </a:rPr>
              <a:t>í</a:t>
            </a:r>
            <a:r>
              <a:rPr sz="2400" b="1" dirty="0" smtClean="0">
                <a:solidFill>
                  <a:srgbClr val="404040"/>
                </a:solidFill>
                <a:latin typeface="RBLPUO+Trebuchet MS Bold"/>
                <a:cs typeface="RBLPUO+Trebuchet MS Bold"/>
              </a:rPr>
              <a:t>n </a:t>
            </a:r>
            <a:r>
              <a:rPr sz="2400" dirty="0">
                <a:solidFill>
                  <a:srgbClr val="404040"/>
                </a:solidFill>
                <a:latin typeface="MHWTFQ+Trebuchet MS"/>
                <a:cs typeface="MHWTFQ+Trebuchet MS"/>
              </a:rPr>
              <a:t>– „látka</a:t>
            </a:r>
            <a:r>
              <a:rPr sz="2400" spc="31" dirty="0">
                <a:solidFill>
                  <a:srgbClr val="404040"/>
                </a:solidFill>
                <a:latin typeface="MHWTFQ+Trebuchet MS"/>
                <a:cs typeface="MHWTFQ+Trebuchet MS"/>
              </a:rPr>
              <a:t> </a:t>
            </a:r>
            <a:r>
              <a:rPr sz="2400" dirty="0">
                <a:solidFill>
                  <a:srgbClr val="404040"/>
                </a:solidFill>
                <a:latin typeface="MHWTFQ+Trebuchet MS"/>
                <a:cs typeface="MHWTFQ+Trebuchet MS"/>
              </a:rPr>
              <a:t>slasti“</a:t>
            </a:r>
          </a:p>
          <a:p>
            <a:pPr marL="344424" marR="0">
              <a:lnSpc>
                <a:spcPts val="2789"/>
              </a:lnSpc>
              <a:spcBef>
                <a:spcPts val="91"/>
              </a:spcBef>
              <a:spcAft>
                <a:spcPts val="0"/>
              </a:spcAft>
            </a:pPr>
            <a:r>
              <a:rPr sz="2400" dirty="0">
                <a:solidFill>
                  <a:srgbClr val="404040"/>
                </a:solidFill>
                <a:latin typeface="FPBUOD+Trebuchet MS"/>
                <a:cs typeface="FPBUOD+Trebuchet MS"/>
              </a:rPr>
              <a:t>(jeho</a:t>
            </a:r>
            <a:r>
              <a:rPr sz="2400" spc="-17" dirty="0">
                <a:solidFill>
                  <a:srgbClr val="404040"/>
                </a:solidFill>
                <a:latin typeface="FPBUOD+Trebuchet MS"/>
                <a:cs typeface="FPBUOD+Trebuchet MS"/>
              </a:rPr>
              <a:t> </a:t>
            </a:r>
            <a:r>
              <a:rPr sz="2400" dirty="0">
                <a:solidFill>
                  <a:srgbClr val="404040"/>
                </a:solidFill>
                <a:latin typeface="MHWTFQ+Trebuchet MS"/>
                <a:cs typeface="MHWTFQ+Trebuchet MS"/>
              </a:rPr>
              <a:t>uvoľňovanie</a:t>
            </a:r>
            <a:r>
              <a:rPr sz="2400" spc="-47" dirty="0">
                <a:solidFill>
                  <a:srgbClr val="404040"/>
                </a:solidFill>
                <a:latin typeface="MHWTFQ+Trebuchet MS"/>
                <a:cs typeface="MHWTFQ+Trebuchet MS"/>
              </a:rPr>
              <a:t> </a:t>
            </a:r>
            <a:r>
              <a:rPr sz="2400" dirty="0">
                <a:solidFill>
                  <a:srgbClr val="404040"/>
                </a:solidFill>
                <a:latin typeface="MHWTFQ+Trebuchet MS"/>
                <a:cs typeface="MHWTFQ+Trebuchet MS"/>
              </a:rPr>
              <a:t>a spracovávanie</a:t>
            </a:r>
            <a:r>
              <a:rPr sz="2400" spc="-71" dirty="0">
                <a:solidFill>
                  <a:srgbClr val="404040"/>
                </a:solidFill>
                <a:latin typeface="MHWTFQ+Trebuchet MS"/>
                <a:cs typeface="MHWTFQ+Trebuchet MS"/>
              </a:rPr>
              <a:t> </a:t>
            </a:r>
            <a:r>
              <a:rPr sz="2400" dirty="0">
                <a:solidFill>
                  <a:srgbClr val="404040"/>
                </a:solidFill>
                <a:latin typeface="MHWTFQ+Trebuchet MS"/>
                <a:cs typeface="MHWTFQ+Trebuchet MS"/>
              </a:rPr>
              <a:t>je</a:t>
            </a:r>
            <a:r>
              <a:rPr sz="2400" spc="-13" dirty="0">
                <a:solidFill>
                  <a:srgbClr val="404040"/>
                </a:solidFill>
                <a:latin typeface="MHWTFQ+Trebuchet MS"/>
                <a:cs typeface="MHWTFQ+Trebuchet MS"/>
              </a:rPr>
              <a:t> </a:t>
            </a:r>
            <a:r>
              <a:rPr sz="2400" dirty="0">
                <a:solidFill>
                  <a:srgbClr val="404040"/>
                </a:solidFill>
                <a:latin typeface="MHWTFQ+Trebuchet MS"/>
                <a:cs typeface="MHWTFQ+Trebuchet MS"/>
              </a:rPr>
              <a:t>sprevádzané</a:t>
            </a:r>
          </a:p>
          <a:p>
            <a:pPr marL="344424" marR="0">
              <a:lnSpc>
                <a:spcPts val="2786"/>
              </a:lnSpc>
              <a:spcBef>
                <a:spcPts val="45"/>
              </a:spcBef>
              <a:spcAft>
                <a:spcPts val="0"/>
              </a:spcAft>
            </a:pPr>
            <a:r>
              <a:rPr sz="2400" dirty="0">
                <a:solidFill>
                  <a:srgbClr val="404040"/>
                </a:solidFill>
                <a:latin typeface="FPBUOD+Trebuchet MS"/>
                <a:cs typeface="FPBUOD+Trebuchet MS"/>
              </a:rPr>
              <a:t>pocitom</a:t>
            </a:r>
            <a:r>
              <a:rPr sz="2400" spc="-58" dirty="0">
                <a:solidFill>
                  <a:srgbClr val="404040"/>
                </a:solidFill>
                <a:latin typeface="FPBUOD+Trebuchet MS"/>
                <a:cs typeface="FPBUOD+Trebuchet MS"/>
              </a:rPr>
              <a:t> </a:t>
            </a:r>
            <a:r>
              <a:rPr sz="2400" dirty="0">
                <a:solidFill>
                  <a:srgbClr val="404040"/>
                </a:solidFill>
                <a:latin typeface="FPBUOD+Trebuchet MS"/>
                <a:cs typeface="FPBUOD+Trebuchet MS"/>
              </a:rPr>
              <a:t>slasti)</a:t>
            </a:r>
          </a:p>
        </p:txBody>
      </p:sp>
      <p:sp>
        <p:nvSpPr>
          <p:cNvPr id="6" name="object 6"/>
          <p:cNvSpPr txBox="1"/>
          <p:nvPr/>
        </p:nvSpPr>
        <p:spPr>
          <a:xfrm>
            <a:off x="769010" y="3933759"/>
            <a:ext cx="8382316" cy="1123787"/>
          </a:xfrm>
          <a:prstGeom prst="rect">
            <a:avLst/>
          </a:prstGeom>
        </p:spPr>
        <p:txBody>
          <a:bodyPr vert="horz" wrap="square" lIns="0" tIns="0" rIns="0" bIns="0" rtlCol="0">
            <a:spAutoFit/>
          </a:bodyPr>
          <a:lstStyle/>
          <a:p>
            <a:pPr marL="0" marR="0">
              <a:lnSpc>
                <a:spcPts val="2786"/>
              </a:lnSpc>
              <a:spcBef>
                <a:spcPts val="0"/>
              </a:spcBef>
              <a:spcAft>
                <a:spcPts val="0"/>
              </a:spcAft>
            </a:pPr>
            <a:r>
              <a:rPr sz="1900" dirty="0">
                <a:solidFill>
                  <a:srgbClr val="5FCBEF"/>
                </a:solidFill>
                <a:latin typeface="BAQUAG+Arial"/>
                <a:cs typeface="BAQUAG+Arial"/>
              </a:rPr>
              <a:t>•</a:t>
            </a:r>
            <a:r>
              <a:rPr sz="1900" spc="1572" dirty="0">
                <a:solidFill>
                  <a:srgbClr val="5FCBEF"/>
                </a:solidFill>
                <a:latin typeface="Times New Roman"/>
                <a:cs typeface="Times New Roman"/>
              </a:rPr>
              <a:t> </a:t>
            </a:r>
            <a:r>
              <a:rPr sz="2400" spc="-11" dirty="0">
                <a:solidFill>
                  <a:srgbClr val="404040"/>
                </a:solidFill>
                <a:latin typeface="FPBUOD+Trebuchet MS"/>
                <a:cs typeface="FPBUOD+Trebuchet MS"/>
              </a:rPr>
              <a:t>s</a:t>
            </a:r>
            <a:r>
              <a:rPr sz="2400" dirty="0">
                <a:solidFill>
                  <a:srgbClr val="404040"/>
                </a:solidFill>
                <a:latin typeface="MHWTFQ+Trebuchet MS"/>
                <a:cs typeface="MHWTFQ+Trebuchet MS"/>
              </a:rPr>
              <a:t>ystém</a:t>
            </a:r>
            <a:r>
              <a:rPr sz="2400" spc="29" dirty="0">
                <a:solidFill>
                  <a:srgbClr val="404040"/>
                </a:solidFill>
                <a:latin typeface="MHWTFQ+Trebuchet MS"/>
                <a:cs typeface="MHWTFQ+Trebuchet MS"/>
              </a:rPr>
              <a:t> </a:t>
            </a:r>
            <a:r>
              <a:rPr sz="2400" dirty="0">
                <a:solidFill>
                  <a:srgbClr val="404040"/>
                </a:solidFill>
                <a:latin typeface="MHWTFQ+Trebuchet MS"/>
                <a:cs typeface="MHWTFQ+Trebuchet MS"/>
              </a:rPr>
              <a:t>odmeny</a:t>
            </a:r>
            <a:r>
              <a:rPr sz="2400" spc="-40" dirty="0">
                <a:solidFill>
                  <a:srgbClr val="404040"/>
                </a:solidFill>
                <a:latin typeface="MHWTFQ+Trebuchet MS"/>
                <a:cs typeface="MHWTFQ+Trebuchet MS"/>
              </a:rPr>
              <a:t> </a:t>
            </a:r>
            <a:r>
              <a:rPr sz="2400" dirty="0">
                <a:solidFill>
                  <a:srgbClr val="404040"/>
                </a:solidFill>
                <a:latin typeface="MHWTFQ+Trebuchet MS"/>
                <a:cs typeface="MHWTFQ+Trebuchet MS"/>
              </a:rPr>
              <a:t>aktivuje</a:t>
            </a:r>
            <a:r>
              <a:rPr sz="2400" spc="-14" dirty="0">
                <a:solidFill>
                  <a:srgbClr val="404040"/>
                </a:solidFill>
                <a:latin typeface="MHWTFQ+Trebuchet MS"/>
                <a:cs typeface="MHWTFQ+Trebuchet MS"/>
              </a:rPr>
              <a:t> </a:t>
            </a:r>
            <a:r>
              <a:rPr sz="2400" dirty="0">
                <a:solidFill>
                  <a:srgbClr val="404040"/>
                </a:solidFill>
                <a:latin typeface="MHWTFQ+Trebuchet MS"/>
                <a:cs typeface="MHWTFQ+Trebuchet MS"/>
              </a:rPr>
              <a:t>aj</a:t>
            </a:r>
            <a:r>
              <a:rPr sz="2400" spc="-28" dirty="0">
                <a:solidFill>
                  <a:srgbClr val="404040"/>
                </a:solidFill>
                <a:latin typeface="MHWTFQ+Trebuchet MS"/>
                <a:cs typeface="MHWTFQ+Trebuchet MS"/>
              </a:rPr>
              <a:t> </a:t>
            </a:r>
            <a:r>
              <a:rPr sz="2400" dirty="0">
                <a:solidFill>
                  <a:srgbClr val="404040"/>
                </a:solidFill>
                <a:latin typeface="MHWTFQ+Trebuchet MS"/>
                <a:cs typeface="MHWTFQ+Trebuchet MS"/>
              </a:rPr>
              <a:t>príjemná</a:t>
            </a:r>
            <a:r>
              <a:rPr sz="2400" spc="-48" dirty="0">
                <a:solidFill>
                  <a:srgbClr val="404040"/>
                </a:solidFill>
                <a:latin typeface="MHWTFQ+Trebuchet MS"/>
                <a:cs typeface="MHWTFQ+Trebuchet MS"/>
              </a:rPr>
              <a:t> </a:t>
            </a:r>
            <a:r>
              <a:rPr sz="2400" dirty="0">
                <a:solidFill>
                  <a:srgbClr val="404040"/>
                </a:solidFill>
                <a:latin typeface="MHWTFQ+Trebuchet MS"/>
                <a:cs typeface="MHWTFQ+Trebuchet MS"/>
              </a:rPr>
              <a:t>vôňa,</a:t>
            </a:r>
            <a:r>
              <a:rPr sz="2400" spc="-26" dirty="0">
                <a:solidFill>
                  <a:srgbClr val="404040"/>
                </a:solidFill>
                <a:latin typeface="MHWTFQ+Trebuchet MS"/>
                <a:cs typeface="MHWTFQ+Trebuchet MS"/>
              </a:rPr>
              <a:t> </a:t>
            </a:r>
            <a:r>
              <a:rPr sz="2400" dirty="0">
                <a:solidFill>
                  <a:srgbClr val="404040"/>
                </a:solidFill>
                <a:latin typeface="MHWTFQ+Trebuchet MS"/>
                <a:cs typeface="MHWTFQ+Trebuchet MS"/>
              </a:rPr>
              <a:t>chuť,</a:t>
            </a:r>
            <a:r>
              <a:rPr sz="2400" spc="-52" dirty="0">
                <a:solidFill>
                  <a:srgbClr val="404040"/>
                </a:solidFill>
                <a:latin typeface="MHWTFQ+Trebuchet MS"/>
                <a:cs typeface="MHWTFQ+Trebuchet MS"/>
              </a:rPr>
              <a:t> </a:t>
            </a:r>
            <a:r>
              <a:rPr sz="2400" dirty="0">
                <a:solidFill>
                  <a:srgbClr val="404040"/>
                </a:solidFill>
                <a:latin typeface="MHWTFQ+Trebuchet MS"/>
                <a:cs typeface="MHWTFQ+Trebuchet MS"/>
              </a:rPr>
              <a:t>dotyk,</a:t>
            </a:r>
          </a:p>
          <a:p>
            <a:pPr marL="344424" marR="0">
              <a:lnSpc>
                <a:spcPts val="2789"/>
              </a:lnSpc>
              <a:spcBef>
                <a:spcPts val="91"/>
              </a:spcBef>
              <a:spcAft>
                <a:spcPts val="0"/>
              </a:spcAft>
            </a:pPr>
            <a:r>
              <a:rPr sz="2400" dirty="0">
                <a:solidFill>
                  <a:srgbClr val="404040"/>
                </a:solidFill>
                <a:latin typeface="MHWTFQ+Trebuchet MS"/>
                <a:cs typeface="MHWTFQ+Trebuchet MS"/>
              </a:rPr>
              <a:t>sexuálny</a:t>
            </a:r>
            <a:r>
              <a:rPr sz="2400" spc="12" dirty="0">
                <a:solidFill>
                  <a:srgbClr val="404040"/>
                </a:solidFill>
                <a:latin typeface="MHWTFQ+Trebuchet MS"/>
                <a:cs typeface="MHWTFQ+Trebuchet MS"/>
              </a:rPr>
              <a:t> </a:t>
            </a:r>
            <a:r>
              <a:rPr sz="2400" dirty="0">
                <a:solidFill>
                  <a:srgbClr val="404040"/>
                </a:solidFill>
                <a:latin typeface="MHWTFQ+Trebuchet MS"/>
                <a:cs typeface="MHWTFQ+Trebuchet MS"/>
              </a:rPr>
              <a:t>zážitok, umenie</a:t>
            </a:r>
            <a:r>
              <a:rPr sz="2400" spc="-49" dirty="0">
                <a:solidFill>
                  <a:srgbClr val="404040"/>
                </a:solidFill>
                <a:latin typeface="MHWTFQ+Trebuchet MS"/>
                <a:cs typeface="MHWTFQ+Trebuchet MS"/>
              </a:rPr>
              <a:t> </a:t>
            </a:r>
            <a:r>
              <a:rPr sz="2400" dirty="0">
                <a:solidFill>
                  <a:srgbClr val="404040"/>
                </a:solidFill>
                <a:latin typeface="MHWTFQ+Trebuchet MS"/>
                <a:cs typeface="MHWTFQ+Trebuchet MS"/>
              </a:rPr>
              <a:t>(považované</a:t>
            </a:r>
            <a:r>
              <a:rPr sz="2400" spc="-47" dirty="0">
                <a:solidFill>
                  <a:srgbClr val="404040"/>
                </a:solidFill>
                <a:latin typeface="MHWTFQ+Trebuchet MS"/>
                <a:cs typeface="MHWTFQ+Trebuchet MS"/>
              </a:rPr>
              <a:t> </a:t>
            </a:r>
            <a:r>
              <a:rPr sz="2400" spc="-10" dirty="0">
                <a:solidFill>
                  <a:srgbClr val="404040"/>
                </a:solidFill>
                <a:latin typeface="MHWTFQ+Trebuchet MS"/>
                <a:cs typeface="MHWTFQ+Trebuchet MS"/>
              </a:rPr>
              <a:t>za</a:t>
            </a:r>
            <a:r>
              <a:rPr sz="2400" spc="18" dirty="0">
                <a:solidFill>
                  <a:srgbClr val="404040"/>
                </a:solidFill>
                <a:latin typeface="MHWTFQ+Trebuchet MS"/>
                <a:cs typeface="MHWTFQ+Trebuchet MS"/>
              </a:rPr>
              <a:t> </a:t>
            </a:r>
            <a:r>
              <a:rPr sz="2400" dirty="0">
                <a:solidFill>
                  <a:srgbClr val="404040"/>
                </a:solidFill>
                <a:latin typeface="MHWTFQ+Trebuchet MS"/>
                <a:cs typeface="MHWTFQ+Trebuchet MS"/>
              </a:rPr>
              <a:t>krásne),</a:t>
            </a:r>
            <a:r>
              <a:rPr sz="2400" spc="29" dirty="0">
                <a:solidFill>
                  <a:srgbClr val="404040"/>
                </a:solidFill>
                <a:latin typeface="MHWTFQ+Trebuchet MS"/>
                <a:cs typeface="MHWTFQ+Trebuchet MS"/>
              </a:rPr>
              <a:t> </a:t>
            </a:r>
            <a:r>
              <a:rPr sz="2400" spc="-52" dirty="0">
                <a:solidFill>
                  <a:srgbClr val="404040"/>
                </a:solidFill>
                <a:latin typeface="MHWTFQ+Trebuchet MS"/>
                <a:cs typeface="MHWTFQ+Trebuchet MS"/>
              </a:rPr>
              <a:t>humor,</a:t>
            </a:r>
          </a:p>
          <a:p>
            <a:pPr marL="344424" marR="0">
              <a:lnSpc>
                <a:spcPts val="2786"/>
              </a:lnSpc>
              <a:spcBef>
                <a:spcPts val="44"/>
              </a:spcBef>
              <a:spcAft>
                <a:spcPts val="0"/>
              </a:spcAft>
            </a:pPr>
            <a:r>
              <a:rPr sz="2400" dirty="0">
                <a:solidFill>
                  <a:srgbClr val="404040"/>
                </a:solidFill>
                <a:latin typeface="FPBUOD+Trebuchet MS"/>
                <a:cs typeface="FPBUOD+Trebuchet MS"/>
              </a:rPr>
              <a:t>dar charite,</a:t>
            </a:r>
            <a:r>
              <a:rPr sz="2400" spc="-35" dirty="0">
                <a:solidFill>
                  <a:srgbClr val="404040"/>
                </a:solidFill>
                <a:latin typeface="FPBUOD+Trebuchet MS"/>
                <a:cs typeface="FPBUOD+Trebuchet MS"/>
              </a:rPr>
              <a:t> </a:t>
            </a:r>
            <a:r>
              <a:rPr sz="2400" dirty="0">
                <a:solidFill>
                  <a:srgbClr val="404040"/>
                </a:solidFill>
                <a:latin typeface="MHWTFQ+Trebuchet MS"/>
                <a:cs typeface="MHWTFQ+Trebuchet MS"/>
              </a:rPr>
              <a:t>či</a:t>
            </a:r>
            <a:r>
              <a:rPr sz="2400" spc="-27" dirty="0">
                <a:solidFill>
                  <a:srgbClr val="404040"/>
                </a:solidFill>
                <a:latin typeface="MHWTFQ+Trebuchet MS"/>
                <a:cs typeface="MHWTFQ+Trebuchet MS"/>
              </a:rPr>
              <a:t> </a:t>
            </a:r>
            <a:r>
              <a:rPr sz="2400" dirty="0">
                <a:solidFill>
                  <a:srgbClr val="404040"/>
                </a:solidFill>
                <a:latin typeface="MHWTFQ+Trebuchet MS"/>
                <a:cs typeface="MHWTFQ+Trebuchet MS"/>
              </a:rPr>
              <a:t>prežívanie</a:t>
            </a:r>
            <a:r>
              <a:rPr sz="2400" spc="-23" dirty="0">
                <a:solidFill>
                  <a:srgbClr val="404040"/>
                </a:solidFill>
                <a:latin typeface="MHWTFQ+Trebuchet MS"/>
                <a:cs typeface="MHWTFQ+Trebuchet MS"/>
              </a:rPr>
              <a:t> </a:t>
            </a:r>
            <a:r>
              <a:rPr sz="2400" dirty="0">
                <a:solidFill>
                  <a:srgbClr val="404040"/>
                </a:solidFill>
                <a:latin typeface="MHWTFQ+Trebuchet MS"/>
                <a:cs typeface="MHWTFQ+Trebuchet MS"/>
              </a:rPr>
              <a:t>lásky</a:t>
            </a:r>
          </a:p>
        </p:txBody>
      </p:sp>
      <p:sp>
        <p:nvSpPr>
          <p:cNvPr id="7" name="object 7"/>
          <p:cNvSpPr txBox="1"/>
          <p:nvPr/>
        </p:nvSpPr>
        <p:spPr>
          <a:xfrm>
            <a:off x="769010" y="5159023"/>
            <a:ext cx="7723397" cy="392367"/>
          </a:xfrm>
          <a:prstGeom prst="rect">
            <a:avLst/>
          </a:prstGeom>
        </p:spPr>
        <p:txBody>
          <a:bodyPr vert="horz" wrap="square" lIns="0" tIns="0" rIns="0" bIns="0" rtlCol="0">
            <a:spAutoFit/>
          </a:bodyPr>
          <a:lstStyle/>
          <a:p>
            <a:pPr marL="0" marR="0">
              <a:lnSpc>
                <a:spcPts val="2789"/>
              </a:lnSpc>
              <a:spcBef>
                <a:spcPts val="0"/>
              </a:spcBef>
              <a:spcAft>
                <a:spcPts val="0"/>
              </a:spcAft>
            </a:pPr>
            <a:r>
              <a:rPr sz="1900" dirty="0">
                <a:solidFill>
                  <a:srgbClr val="5FCBEF"/>
                </a:solidFill>
                <a:latin typeface="BAQUAG+Arial"/>
                <a:cs typeface="BAQUAG+Arial"/>
              </a:rPr>
              <a:t>•</a:t>
            </a:r>
            <a:r>
              <a:rPr sz="1900" spc="1572" dirty="0">
                <a:solidFill>
                  <a:srgbClr val="5FCBEF"/>
                </a:solidFill>
                <a:latin typeface="Times New Roman"/>
                <a:cs typeface="Times New Roman"/>
              </a:rPr>
              <a:t> </a:t>
            </a:r>
            <a:r>
              <a:rPr sz="2400" dirty="0">
                <a:solidFill>
                  <a:srgbClr val="404040"/>
                </a:solidFill>
                <a:latin typeface="FPBUOD+Trebuchet MS"/>
                <a:cs typeface="FPBUOD+Trebuchet MS"/>
              </a:rPr>
              <a:t>p</a:t>
            </a:r>
            <a:r>
              <a:rPr sz="2400" dirty="0">
                <a:solidFill>
                  <a:srgbClr val="404040"/>
                </a:solidFill>
                <a:latin typeface="MHWTFQ+Trebuchet MS"/>
                <a:cs typeface="MHWTFQ+Trebuchet MS"/>
              </a:rPr>
              <a:t>odobné</a:t>
            </a:r>
            <a:r>
              <a:rPr sz="2400" spc="-49" dirty="0">
                <a:solidFill>
                  <a:srgbClr val="404040"/>
                </a:solidFill>
                <a:latin typeface="MHWTFQ+Trebuchet MS"/>
                <a:cs typeface="MHWTFQ+Trebuchet MS"/>
              </a:rPr>
              <a:t> </a:t>
            </a:r>
            <a:r>
              <a:rPr sz="2400" dirty="0">
                <a:solidFill>
                  <a:srgbClr val="404040"/>
                </a:solidFill>
                <a:latin typeface="MHWTFQ+Trebuchet MS"/>
                <a:cs typeface="MHWTFQ+Trebuchet MS"/>
              </a:rPr>
              <a:t>účinky</a:t>
            </a:r>
            <a:r>
              <a:rPr sz="2400" spc="-11" dirty="0">
                <a:solidFill>
                  <a:srgbClr val="404040"/>
                </a:solidFill>
                <a:latin typeface="MHWTFQ+Trebuchet MS"/>
                <a:cs typeface="MHWTFQ+Trebuchet MS"/>
              </a:rPr>
              <a:t> </a:t>
            </a:r>
            <a:r>
              <a:rPr sz="2400" dirty="0">
                <a:solidFill>
                  <a:srgbClr val="404040"/>
                </a:solidFill>
                <a:latin typeface="MHWTFQ+Trebuchet MS"/>
                <a:cs typeface="MHWTFQ+Trebuchet MS"/>
              </a:rPr>
              <a:t>len inej</a:t>
            </a:r>
            <a:r>
              <a:rPr sz="2400" spc="-26" dirty="0">
                <a:solidFill>
                  <a:srgbClr val="404040"/>
                </a:solidFill>
                <a:latin typeface="MHWTFQ+Trebuchet MS"/>
                <a:cs typeface="MHWTFQ+Trebuchet MS"/>
              </a:rPr>
              <a:t> </a:t>
            </a:r>
            <a:r>
              <a:rPr sz="2400" dirty="0">
                <a:solidFill>
                  <a:srgbClr val="404040"/>
                </a:solidFill>
                <a:latin typeface="MHWTFQ+Trebuchet MS"/>
                <a:cs typeface="MHWTFQ+Trebuchet MS"/>
              </a:rPr>
              <a:t>intenzity</a:t>
            </a:r>
            <a:r>
              <a:rPr sz="2400" spc="-62" dirty="0">
                <a:solidFill>
                  <a:srgbClr val="404040"/>
                </a:solidFill>
                <a:latin typeface="MHWTFQ+Trebuchet MS"/>
                <a:cs typeface="MHWTFQ+Trebuchet MS"/>
              </a:rPr>
              <a:t> </a:t>
            </a:r>
            <a:r>
              <a:rPr sz="2400" dirty="0">
                <a:solidFill>
                  <a:srgbClr val="404040"/>
                </a:solidFill>
                <a:latin typeface="MHWTFQ+Trebuchet MS"/>
                <a:cs typeface="MHWTFQ+Trebuchet MS"/>
              </a:rPr>
              <a:t>majú</a:t>
            </a:r>
            <a:r>
              <a:rPr sz="2400" spc="-18" dirty="0">
                <a:solidFill>
                  <a:srgbClr val="404040"/>
                </a:solidFill>
                <a:latin typeface="MHWTFQ+Trebuchet MS"/>
                <a:cs typeface="MHWTFQ+Trebuchet MS"/>
              </a:rPr>
              <a:t> </a:t>
            </a:r>
            <a:r>
              <a:rPr sz="2400" spc="-58" dirty="0">
                <a:solidFill>
                  <a:srgbClr val="404040"/>
                </a:solidFill>
                <a:latin typeface="MHWTFQ+Trebuchet MS"/>
                <a:cs typeface="MHWTFQ+Trebuchet MS"/>
              </a:rPr>
              <a:t>napr.</a:t>
            </a:r>
            <a:r>
              <a:rPr sz="2400" spc="37" dirty="0">
                <a:solidFill>
                  <a:srgbClr val="404040"/>
                </a:solidFill>
                <a:latin typeface="MHWTFQ+Trebuchet MS"/>
                <a:cs typeface="MHWTFQ+Trebuchet MS"/>
              </a:rPr>
              <a:t> </a:t>
            </a:r>
            <a:r>
              <a:rPr sz="2400" dirty="0">
                <a:solidFill>
                  <a:srgbClr val="404040"/>
                </a:solidFill>
                <a:latin typeface="MHWTFQ+Trebuchet MS"/>
                <a:cs typeface="MHWTFQ+Trebuchet MS"/>
              </a:rPr>
              <a:t>kokaín,</a:t>
            </a:r>
          </a:p>
        </p:txBody>
      </p:sp>
      <p:sp>
        <p:nvSpPr>
          <p:cNvPr id="8" name="object 8"/>
          <p:cNvSpPr txBox="1"/>
          <p:nvPr/>
        </p:nvSpPr>
        <p:spPr>
          <a:xfrm>
            <a:off x="1113434" y="5525425"/>
            <a:ext cx="1637198" cy="392013"/>
          </a:xfrm>
          <a:prstGeom prst="rect">
            <a:avLst/>
          </a:prstGeom>
        </p:spPr>
        <p:txBody>
          <a:bodyPr vert="horz" wrap="square" lIns="0" tIns="0" rIns="0" bIns="0" rtlCol="0">
            <a:spAutoFit/>
          </a:bodyPr>
          <a:lstStyle/>
          <a:p>
            <a:pPr marL="0" marR="0">
              <a:lnSpc>
                <a:spcPts val="2786"/>
              </a:lnSpc>
              <a:spcBef>
                <a:spcPts val="0"/>
              </a:spcBef>
              <a:spcAft>
                <a:spcPts val="0"/>
              </a:spcAft>
            </a:pPr>
            <a:r>
              <a:rPr sz="2400" dirty="0">
                <a:solidFill>
                  <a:srgbClr val="404040"/>
                </a:solidFill>
                <a:latin typeface="MHWTFQ+Trebuchet MS"/>
                <a:cs typeface="MHWTFQ+Trebuchet MS"/>
              </a:rPr>
              <a:t>amfetamín</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59631" y="-243408"/>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769010" y="3087320"/>
            <a:ext cx="4434029" cy="303889"/>
          </a:xfrm>
          <a:prstGeom prst="rect">
            <a:avLst/>
          </a:prstGeom>
        </p:spPr>
        <p:txBody>
          <a:bodyPr vert="horz" wrap="square" lIns="0" tIns="0" rIns="0" bIns="0" rtlCol="0">
            <a:spAutoFit/>
          </a:bodyPr>
          <a:lstStyle/>
          <a:p>
            <a:pPr marL="0" marR="0">
              <a:lnSpc>
                <a:spcPts val="2092"/>
              </a:lnSpc>
              <a:spcBef>
                <a:spcPts val="0"/>
              </a:spcBef>
              <a:spcAft>
                <a:spcPts val="0"/>
              </a:spcAft>
            </a:pPr>
            <a:r>
              <a:rPr sz="1450" dirty="0">
                <a:solidFill>
                  <a:srgbClr val="5FCBEF"/>
                </a:solidFill>
                <a:latin typeface="LEIREG+Wingdings 3"/>
                <a:cs typeface="LEIREG+Wingdings 3"/>
              </a:rPr>
              <a:t></a:t>
            </a:r>
            <a:r>
              <a:rPr sz="1450" spc="1074" dirty="0">
                <a:solidFill>
                  <a:srgbClr val="5FCBEF"/>
                </a:solidFill>
                <a:latin typeface="Times New Roman"/>
                <a:cs typeface="Times New Roman"/>
              </a:rPr>
              <a:t> </a:t>
            </a:r>
            <a:r>
              <a:rPr sz="1800" dirty="0">
                <a:solidFill>
                  <a:srgbClr val="404040"/>
                </a:solidFill>
                <a:latin typeface="MHWTFQ+Trebuchet MS"/>
                <a:cs typeface="MHWTFQ+Trebuchet MS"/>
              </a:rPr>
              <a:t>Ako by</a:t>
            </a:r>
            <a:r>
              <a:rPr sz="1800" spc="-22" dirty="0">
                <a:solidFill>
                  <a:srgbClr val="404040"/>
                </a:solidFill>
                <a:latin typeface="MHWTFQ+Trebuchet MS"/>
                <a:cs typeface="MHWTFQ+Trebuchet MS"/>
              </a:rPr>
              <a:t> </a:t>
            </a:r>
            <a:r>
              <a:rPr sz="1800" dirty="0">
                <a:solidFill>
                  <a:srgbClr val="404040"/>
                </a:solidFill>
                <a:latin typeface="MHWTFQ+Trebuchet MS"/>
                <a:cs typeface="MHWTFQ+Trebuchet MS"/>
              </a:rPr>
              <a:t>ste odpovedali na tieto</a:t>
            </a:r>
            <a:r>
              <a:rPr sz="1800" spc="-20" dirty="0">
                <a:solidFill>
                  <a:srgbClr val="404040"/>
                </a:solidFill>
                <a:latin typeface="MHWTFQ+Trebuchet MS"/>
                <a:cs typeface="MHWTFQ+Trebuchet MS"/>
              </a:rPr>
              <a:t> </a:t>
            </a:r>
            <a:r>
              <a:rPr sz="1800" dirty="0">
                <a:solidFill>
                  <a:srgbClr val="404040"/>
                </a:solidFill>
                <a:latin typeface="MHWTFQ+Trebuchet MS"/>
                <a:cs typeface="MHWTFQ+Trebuchet MS"/>
              </a:rPr>
              <a:t>otázky:</a:t>
            </a:r>
          </a:p>
        </p:txBody>
      </p:sp>
      <p:sp>
        <p:nvSpPr>
          <p:cNvPr id="4" name="object 4"/>
          <p:cNvSpPr txBox="1"/>
          <p:nvPr/>
        </p:nvSpPr>
        <p:spPr>
          <a:xfrm>
            <a:off x="769010" y="3487148"/>
            <a:ext cx="7021341" cy="705939"/>
          </a:xfrm>
          <a:prstGeom prst="rect">
            <a:avLst/>
          </a:prstGeom>
        </p:spPr>
        <p:txBody>
          <a:bodyPr vert="horz" wrap="square" lIns="0" tIns="0" rIns="0" bIns="0" rtlCol="0">
            <a:spAutoFit/>
          </a:bodyPr>
          <a:lstStyle/>
          <a:p>
            <a:pPr marL="0" marR="0">
              <a:lnSpc>
                <a:spcPts val="2090"/>
              </a:lnSpc>
              <a:spcBef>
                <a:spcPts val="0"/>
              </a:spcBef>
              <a:spcAft>
                <a:spcPts val="0"/>
              </a:spcAft>
            </a:pPr>
            <a:r>
              <a:rPr sz="1450" dirty="0">
                <a:solidFill>
                  <a:srgbClr val="5FCBEF"/>
                </a:solidFill>
                <a:latin typeface="LEIREG+Wingdings 3"/>
                <a:cs typeface="LEIREG+Wingdings 3"/>
              </a:rPr>
              <a:t></a:t>
            </a:r>
            <a:r>
              <a:rPr sz="1450" spc="1074" dirty="0">
                <a:solidFill>
                  <a:srgbClr val="5FCBEF"/>
                </a:solidFill>
                <a:latin typeface="Times New Roman"/>
                <a:cs typeface="Times New Roman"/>
              </a:rPr>
              <a:t> </a:t>
            </a:r>
            <a:r>
              <a:rPr sz="1800" dirty="0">
                <a:solidFill>
                  <a:srgbClr val="404040"/>
                </a:solidFill>
                <a:latin typeface="MHWTFQ+Trebuchet MS"/>
                <a:cs typeface="MHWTFQ+Trebuchet MS"/>
              </a:rPr>
              <a:t>1.</a:t>
            </a:r>
            <a:r>
              <a:rPr sz="1800" spc="25" dirty="0">
                <a:solidFill>
                  <a:srgbClr val="404040"/>
                </a:solidFill>
                <a:latin typeface="MHWTFQ+Trebuchet MS"/>
                <a:cs typeface="MHWTFQ+Trebuchet MS"/>
              </a:rPr>
              <a:t> </a:t>
            </a:r>
            <a:r>
              <a:rPr sz="1800" dirty="0">
                <a:solidFill>
                  <a:srgbClr val="404040"/>
                </a:solidFill>
                <a:latin typeface="MHWTFQ+Trebuchet MS"/>
                <a:cs typeface="MHWTFQ+Trebuchet MS"/>
              </a:rPr>
              <a:t>O týždeň</a:t>
            </a:r>
            <a:r>
              <a:rPr sz="1800" spc="-38" dirty="0">
                <a:solidFill>
                  <a:srgbClr val="404040"/>
                </a:solidFill>
                <a:latin typeface="MHWTFQ+Trebuchet MS"/>
                <a:cs typeface="MHWTFQ+Trebuchet MS"/>
              </a:rPr>
              <a:t> </a:t>
            </a:r>
            <a:r>
              <a:rPr sz="1800" dirty="0">
                <a:solidFill>
                  <a:srgbClr val="404040"/>
                </a:solidFill>
                <a:latin typeface="MHWTFQ+Trebuchet MS"/>
                <a:cs typeface="MHWTFQ+Trebuchet MS"/>
              </a:rPr>
              <a:t>Vám</a:t>
            </a:r>
            <a:r>
              <a:rPr sz="1800" spc="32" dirty="0">
                <a:solidFill>
                  <a:srgbClr val="404040"/>
                </a:solidFill>
                <a:latin typeface="MHWTFQ+Trebuchet MS"/>
                <a:cs typeface="MHWTFQ+Trebuchet MS"/>
              </a:rPr>
              <a:t> </a:t>
            </a:r>
            <a:r>
              <a:rPr sz="1800" dirty="0">
                <a:solidFill>
                  <a:srgbClr val="404040"/>
                </a:solidFill>
                <a:latin typeface="MHWTFQ+Trebuchet MS"/>
                <a:cs typeface="MHWTFQ+Trebuchet MS"/>
              </a:rPr>
              <a:t>dám odmenu,</a:t>
            </a:r>
            <a:r>
              <a:rPr sz="1800" spc="18" dirty="0">
                <a:solidFill>
                  <a:srgbClr val="404040"/>
                </a:solidFill>
                <a:latin typeface="MHWTFQ+Trebuchet MS"/>
                <a:cs typeface="MHWTFQ+Trebuchet MS"/>
              </a:rPr>
              <a:t> </a:t>
            </a:r>
            <a:r>
              <a:rPr sz="1800" dirty="0">
                <a:solidFill>
                  <a:srgbClr val="404040"/>
                </a:solidFill>
                <a:latin typeface="MHWTFQ+Trebuchet MS"/>
                <a:cs typeface="MHWTFQ+Trebuchet MS"/>
              </a:rPr>
              <a:t>chcete</a:t>
            </a:r>
            <a:r>
              <a:rPr sz="1800" spc="-12" dirty="0">
                <a:solidFill>
                  <a:srgbClr val="404040"/>
                </a:solidFill>
                <a:latin typeface="MHWTFQ+Trebuchet MS"/>
                <a:cs typeface="MHWTFQ+Trebuchet MS"/>
              </a:rPr>
              <a:t> </a:t>
            </a:r>
            <a:r>
              <a:rPr sz="1800" dirty="0">
                <a:solidFill>
                  <a:srgbClr val="404040"/>
                </a:solidFill>
                <a:latin typeface="MHWTFQ+Trebuchet MS"/>
                <a:cs typeface="MHWTFQ+Trebuchet MS"/>
              </a:rPr>
              <a:t>jablko</a:t>
            </a:r>
            <a:r>
              <a:rPr sz="1800" spc="-18" dirty="0">
                <a:solidFill>
                  <a:srgbClr val="404040"/>
                </a:solidFill>
                <a:latin typeface="MHWTFQ+Trebuchet MS"/>
                <a:cs typeface="MHWTFQ+Trebuchet MS"/>
              </a:rPr>
              <a:t> </a:t>
            </a:r>
            <a:r>
              <a:rPr sz="1800" dirty="0">
                <a:solidFill>
                  <a:srgbClr val="404040"/>
                </a:solidFill>
                <a:latin typeface="MHWTFQ+Trebuchet MS"/>
                <a:cs typeface="MHWTFQ+Trebuchet MS"/>
              </a:rPr>
              <a:t>alebo čokoládu?</a:t>
            </a:r>
          </a:p>
          <a:p>
            <a:pPr marL="0" marR="0">
              <a:lnSpc>
                <a:spcPts val="2092"/>
              </a:lnSpc>
              <a:spcBef>
                <a:spcPts val="1075"/>
              </a:spcBef>
              <a:spcAft>
                <a:spcPts val="0"/>
              </a:spcAft>
            </a:pPr>
            <a:r>
              <a:rPr sz="1450" dirty="0">
                <a:solidFill>
                  <a:srgbClr val="5FCBEF"/>
                </a:solidFill>
                <a:latin typeface="LEIREG+Wingdings 3"/>
                <a:cs typeface="LEIREG+Wingdings 3"/>
              </a:rPr>
              <a:t></a:t>
            </a:r>
            <a:r>
              <a:rPr sz="1450" spc="1074" dirty="0">
                <a:solidFill>
                  <a:srgbClr val="5FCBEF"/>
                </a:solidFill>
                <a:latin typeface="Times New Roman"/>
                <a:cs typeface="Times New Roman"/>
              </a:rPr>
              <a:t> </a:t>
            </a:r>
            <a:r>
              <a:rPr sz="1800" dirty="0">
                <a:solidFill>
                  <a:srgbClr val="404040"/>
                </a:solidFill>
                <a:latin typeface="MHWTFQ+Trebuchet MS"/>
                <a:cs typeface="MHWTFQ+Trebuchet MS"/>
              </a:rPr>
              <a:t>2.</a:t>
            </a:r>
            <a:r>
              <a:rPr sz="1800" spc="26" dirty="0">
                <a:solidFill>
                  <a:srgbClr val="404040"/>
                </a:solidFill>
                <a:latin typeface="MHWTFQ+Trebuchet MS"/>
                <a:cs typeface="MHWTFQ+Trebuchet MS"/>
              </a:rPr>
              <a:t> </a:t>
            </a:r>
            <a:r>
              <a:rPr sz="1800" dirty="0">
                <a:solidFill>
                  <a:srgbClr val="404040"/>
                </a:solidFill>
                <a:latin typeface="MHWTFQ+Trebuchet MS"/>
                <a:cs typeface="MHWTFQ+Trebuchet MS"/>
              </a:rPr>
              <a:t>Dám Vám</a:t>
            </a:r>
            <a:r>
              <a:rPr sz="1800" spc="33" dirty="0">
                <a:solidFill>
                  <a:srgbClr val="404040"/>
                </a:solidFill>
                <a:latin typeface="MHWTFQ+Trebuchet MS"/>
                <a:cs typeface="MHWTFQ+Trebuchet MS"/>
              </a:rPr>
              <a:t> </a:t>
            </a:r>
            <a:r>
              <a:rPr sz="1800" dirty="0">
                <a:solidFill>
                  <a:srgbClr val="404040"/>
                </a:solidFill>
                <a:latin typeface="MHWTFQ+Trebuchet MS"/>
                <a:cs typeface="MHWTFQ+Trebuchet MS"/>
              </a:rPr>
              <a:t>odmenu hneď. Čo si vyberiete? Jablko</a:t>
            </a:r>
            <a:r>
              <a:rPr sz="1800" spc="-16" dirty="0">
                <a:solidFill>
                  <a:srgbClr val="404040"/>
                </a:solidFill>
                <a:latin typeface="MHWTFQ+Trebuchet MS"/>
                <a:cs typeface="MHWTFQ+Trebuchet MS"/>
              </a:rPr>
              <a:t> </a:t>
            </a:r>
            <a:r>
              <a:rPr sz="1800" dirty="0">
                <a:solidFill>
                  <a:srgbClr val="404040"/>
                </a:solidFill>
                <a:latin typeface="MHWTFQ+Trebuchet MS"/>
                <a:cs typeface="MHWTFQ+Trebuchet MS"/>
              </a:rPr>
              <a:t>či čokoládu?</a:t>
            </a:r>
          </a:p>
        </p:txBody>
      </p:sp>
      <p:sp>
        <p:nvSpPr>
          <p:cNvPr id="5" name="object 5"/>
          <p:cNvSpPr txBox="1"/>
          <p:nvPr/>
        </p:nvSpPr>
        <p:spPr>
          <a:xfrm>
            <a:off x="769010" y="4691744"/>
            <a:ext cx="5386621" cy="303534"/>
          </a:xfrm>
          <a:prstGeom prst="rect">
            <a:avLst/>
          </a:prstGeom>
        </p:spPr>
        <p:txBody>
          <a:bodyPr vert="horz" wrap="square" lIns="0" tIns="0" rIns="0" bIns="0" rtlCol="0">
            <a:spAutoFit/>
          </a:bodyPr>
          <a:lstStyle/>
          <a:p>
            <a:pPr marL="0" marR="0">
              <a:lnSpc>
                <a:spcPts val="2090"/>
              </a:lnSpc>
              <a:spcBef>
                <a:spcPts val="0"/>
              </a:spcBef>
              <a:spcAft>
                <a:spcPts val="0"/>
              </a:spcAft>
            </a:pPr>
            <a:r>
              <a:rPr sz="1450" dirty="0">
                <a:solidFill>
                  <a:srgbClr val="5FCBEF"/>
                </a:solidFill>
                <a:latin typeface="LEIREG+Wingdings 3"/>
                <a:cs typeface="LEIREG+Wingdings 3"/>
              </a:rPr>
              <a:t></a:t>
            </a:r>
            <a:r>
              <a:rPr sz="1450" spc="1074" dirty="0">
                <a:solidFill>
                  <a:srgbClr val="5FCBEF"/>
                </a:solidFill>
                <a:latin typeface="Times New Roman"/>
                <a:cs typeface="Times New Roman"/>
              </a:rPr>
              <a:t> </a:t>
            </a:r>
            <a:r>
              <a:rPr sz="1800" spc="-45" dirty="0">
                <a:solidFill>
                  <a:srgbClr val="404040"/>
                </a:solidFill>
                <a:latin typeface="MHWTFQ+Trebuchet MS"/>
                <a:cs typeface="MHWTFQ+Trebuchet MS"/>
              </a:rPr>
              <a:t>Pri</a:t>
            </a:r>
            <a:r>
              <a:rPr sz="1800" spc="41" dirty="0">
                <a:solidFill>
                  <a:srgbClr val="404040"/>
                </a:solidFill>
                <a:latin typeface="MHWTFQ+Trebuchet MS"/>
                <a:cs typeface="MHWTFQ+Trebuchet MS"/>
              </a:rPr>
              <a:t> </a:t>
            </a:r>
            <a:r>
              <a:rPr sz="1800" dirty="0">
                <a:solidFill>
                  <a:srgbClr val="404040"/>
                </a:solidFill>
                <a:latin typeface="MHWTFQ+Trebuchet MS"/>
                <a:cs typeface="MHWTFQ+Trebuchet MS"/>
              </a:rPr>
              <a:t>prvej otázke býva častejšia</a:t>
            </a:r>
            <a:r>
              <a:rPr sz="1800" spc="25" dirty="0">
                <a:solidFill>
                  <a:srgbClr val="404040"/>
                </a:solidFill>
                <a:latin typeface="MHWTFQ+Trebuchet MS"/>
                <a:cs typeface="MHWTFQ+Trebuchet MS"/>
              </a:rPr>
              <a:t> </a:t>
            </a:r>
            <a:r>
              <a:rPr sz="1800" dirty="0">
                <a:solidFill>
                  <a:srgbClr val="404040"/>
                </a:solidFill>
                <a:latin typeface="MHWTFQ+Trebuchet MS"/>
                <a:cs typeface="MHWTFQ+Trebuchet MS"/>
              </a:rPr>
              <a:t>odpoveď</a:t>
            </a:r>
            <a:r>
              <a:rPr sz="1800" spc="-10" dirty="0">
                <a:solidFill>
                  <a:srgbClr val="404040"/>
                </a:solidFill>
                <a:latin typeface="MHWTFQ+Trebuchet MS"/>
                <a:cs typeface="MHWTFQ+Trebuchet MS"/>
              </a:rPr>
              <a:t> </a:t>
            </a:r>
            <a:r>
              <a:rPr sz="1800" dirty="0">
                <a:solidFill>
                  <a:srgbClr val="404040"/>
                </a:solidFill>
                <a:latin typeface="MHWTFQ+Trebuchet MS"/>
                <a:cs typeface="MHWTFQ+Trebuchet MS"/>
              </a:rPr>
              <a:t>jablko.</a:t>
            </a:r>
          </a:p>
        </p:txBody>
      </p:sp>
      <p:sp>
        <p:nvSpPr>
          <p:cNvPr id="6" name="object 6"/>
          <p:cNvSpPr txBox="1"/>
          <p:nvPr/>
        </p:nvSpPr>
        <p:spPr>
          <a:xfrm>
            <a:off x="769010" y="5093793"/>
            <a:ext cx="6736813" cy="706436"/>
          </a:xfrm>
          <a:prstGeom prst="rect">
            <a:avLst/>
          </a:prstGeom>
        </p:spPr>
        <p:txBody>
          <a:bodyPr vert="horz" wrap="square" lIns="0" tIns="0" rIns="0" bIns="0" rtlCol="0">
            <a:spAutoFit/>
          </a:bodyPr>
          <a:lstStyle/>
          <a:p>
            <a:pPr marL="0" marR="0">
              <a:lnSpc>
                <a:spcPts val="2092"/>
              </a:lnSpc>
              <a:spcBef>
                <a:spcPts val="0"/>
              </a:spcBef>
              <a:spcAft>
                <a:spcPts val="0"/>
              </a:spcAft>
            </a:pPr>
            <a:r>
              <a:rPr sz="1450" dirty="0">
                <a:solidFill>
                  <a:srgbClr val="5FCBEF"/>
                </a:solidFill>
                <a:latin typeface="LEIREG+Wingdings 3"/>
                <a:cs typeface="LEIREG+Wingdings 3"/>
              </a:rPr>
              <a:t></a:t>
            </a:r>
            <a:r>
              <a:rPr sz="1450" spc="1074" dirty="0">
                <a:solidFill>
                  <a:srgbClr val="5FCBEF"/>
                </a:solidFill>
                <a:latin typeface="Times New Roman"/>
                <a:cs typeface="Times New Roman"/>
              </a:rPr>
              <a:t> </a:t>
            </a:r>
            <a:r>
              <a:rPr sz="1800" spc="-45" dirty="0">
                <a:solidFill>
                  <a:srgbClr val="404040"/>
                </a:solidFill>
                <a:latin typeface="MHWTFQ+Trebuchet MS"/>
                <a:cs typeface="MHWTFQ+Trebuchet MS"/>
              </a:rPr>
              <a:t>Pri</a:t>
            </a:r>
            <a:r>
              <a:rPr sz="1800" spc="39" dirty="0">
                <a:solidFill>
                  <a:srgbClr val="404040"/>
                </a:solidFill>
                <a:latin typeface="MHWTFQ+Trebuchet MS"/>
                <a:cs typeface="MHWTFQ+Trebuchet MS"/>
              </a:rPr>
              <a:t> </a:t>
            </a:r>
            <a:r>
              <a:rPr sz="1800" dirty="0">
                <a:solidFill>
                  <a:srgbClr val="404040"/>
                </a:solidFill>
                <a:latin typeface="MHWTFQ+Trebuchet MS"/>
                <a:cs typeface="MHWTFQ+Trebuchet MS"/>
              </a:rPr>
              <a:t>druhej si cca 2 z 10</a:t>
            </a:r>
            <a:r>
              <a:rPr sz="1800" spc="33" dirty="0">
                <a:solidFill>
                  <a:srgbClr val="404040"/>
                </a:solidFill>
                <a:latin typeface="MHWTFQ+Trebuchet MS"/>
                <a:cs typeface="MHWTFQ+Trebuchet MS"/>
              </a:rPr>
              <a:t> </a:t>
            </a:r>
            <a:r>
              <a:rPr sz="1800" dirty="0">
                <a:solidFill>
                  <a:srgbClr val="404040"/>
                </a:solidFill>
                <a:latin typeface="MHWTFQ+Trebuchet MS"/>
                <a:cs typeface="MHWTFQ+Trebuchet MS"/>
              </a:rPr>
              <a:t>vyberú</a:t>
            </a:r>
            <a:r>
              <a:rPr sz="1800" spc="-20" dirty="0">
                <a:solidFill>
                  <a:srgbClr val="404040"/>
                </a:solidFill>
                <a:latin typeface="MHWTFQ+Trebuchet MS"/>
                <a:cs typeface="MHWTFQ+Trebuchet MS"/>
              </a:rPr>
              <a:t> </a:t>
            </a:r>
            <a:r>
              <a:rPr sz="1800" dirty="0">
                <a:solidFill>
                  <a:srgbClr val="404040"/>
                </a:solidFill>
                <a:latin typeface="MHWTFQ+Trebuchet MS"/>
                <a:cs typeface="MHWTFQ+Trebuchet MS"/>
              </a:rPr>
              <a:t>jablko, 8 ľudí</a:t>
            </a:r>
            <a:r>
              <a:rPr sz="1800" spc="-24" dirty="0">
                <a:solidFill>
                  <a:srgbClr val="404040"/>
                </a:solidFill>
                <a:latin typeface="MHWTFQ+Trebuchet MS"/>
                <a:cs typeface="MHWTFQ+Trebuchet MS"/>
              </a:rPr>
              <a:t> </a:t>
            </a:r>
            <a:r>
              <a:rPr sz="1800" dirty="0">
                <a:solidFill>
                  <a:srgbClr val="404040"/>
                </a:solidFill>
                <a:latin typeface="MHWTFQ+Trebuchet MS"/>
                <a:cs typeface="MHWTFQ+Trebuchet MS"/>
              </a:rPr>
              <a:t>si volí čokoládu.</a:t>
            </a:r>
          </a:p>
          <a:p>
            <a:pPr marL="0" marR="0">
              <a:lnSpc>
                <a:spcPts val="2090"/>
              </a:lnSpc>
              <a:spcBef>
                <a:spcPts val="1079"/>
              </a:spcBef>
              <a:spcAft>
                <a:spcPts val="0"/>
              </a:spcAft>
            </a:pPr>
            <a:r>
              <a:rPr sz="1450" dirty="0">
                <a:solidFill>
                  <a:srgbClr val="5FCBEF"/>
                </a:solidFill>
                <a:latin typeface="LEIREG+Wingdings 3"/>
                <a:cs typeface="LEIREG+Wingdings 3"/>
              </a:rPr>
              <a:t></a:t>
            </a:r>
            <a:r>
              <a:rPr sz="1450" spc="1074" dirty="0">
                <a:solidFill>
                  <a:srgbClr val="5FCBEF"/>
                </a:solidFill>
                <a:latin typeface="Times New Roman"/>
                <a:cs typeface="Times New Roman"/>
              </a:rPr>
              <a:t> </a:t>
            </a:r>
            <a:r>
              <a:rPr sz="1800" dirty="0">
                <a:solidFill>
                  <a:srgbClr val="404040"/>
                </a:solidFill>
                <a:latin typeface="MHWTFQ+Trebuchet MS"/>
                <a:cs typeface="MHWTFQ+Trebuchet MS"/>
              </a:rPr>
              <a:t>Väčšina</a:t>
            </a:r>
            <a:r>
              <a:rPr sz="1800" spc="52" dirty="0">
                <a:solidFill>
                  <a:srgbClr val="404040"/>
                </a:solidFill>
                <a:latin typeface="MHWTFQ+Trebuchet MS"/>
                <a:cs typeface="MHWTFQ+Trebuchet MS"/>
              </a:rPr>
              <a:t> </a:t>
            </a:r>
            <a:r>
              <a:rPr sz="1800" dirty="0">
                <a:solidFill>
                  <a:srgbClr val="404040"/>
                </a:solidFill>
                <a:latin typeface="MHWTFQ+Trebuchet MS"/>
                <a:cs typeface="MHWTFQ+Trebuchet MS"/>
              </a:rPr>
              <a:t>ľudí</a:t>
            </a:r>
            <a:r>
              <a:rPr sz="1800" spc="-20" dirty="0">
                <a:solidFill>
                  <a:srgbClr val="404040"/>
                </a:solidFill>
                <a:latin typeface="MHWTFQ+Trebuchet MS"/>
                <a:cs typeface="MHWTFQ+Trebuchet MS"/>
              </a:rPr>
              <a:t> </a:t>
            </a:r>
            <a:r>
              <a:rPr sz="1800" dirty="0">
                <a:solidFill>
                  <a:srgbClr val="404040"/>
                </a:solidFill>
                <a:latin typeface="MHWTFQ+Trebuchet MS"/>
                <a:cs typeface="MHWTFQ+Trebuchet MS"/>
              </a:rPr>
              <a:t>zmení teda</a:t>
            </a:r>
            <a:r>
              <a:rPr sz="1800" spc="-28" dirty="0">
                <a:solidFill>
                  <a:srgbClr val="404040"/>
                </a:solidFill>
                <a:latin typeface="MHWTFQ+Trebuchet MS"/>
                <a:cs typeface="MHWTFQ+Trebuchet MS"/>
              </a:rPr>
              <a:t> </a:t>
            </a:r>
            <a:r>
              <a:rPr sz="1800" dirty="0">
                <a:solidFill>
                  <a:srgbClr val="404040"/>
                </a:solidFill>
                <a:latin typeface="MHWTFQ+Trebuchet MS"/>
                <a:cs typeface="MHWTFQ+Trebuchet MS"/>
              </a:rPr>
              <a:t>svoju odpoveď. </a:t>
            </a:r>
            <a:r>
              <a:rPr sz="1800" spc="-23" dirty="0">
                <a:solidFill>
                  <a:srgbClr val="404040"/>
                </a:solidFill>
                <a:latin typeface="MHWTFQ+Trebuchet MS"/>
                <a:cs typeface="MHWTFQ+Trebuchet MS"/>
              </a:rPr>
              <a:t>Prečo</a:t>
            </a:r>
            <a:r>
              <a:rPr sz="1800" spc="21" dirty="0">
                <a:solidFill>
                  <a:srgbClr val="404040"/>
                </a:solidFill>
                <a:latin typeface="MHWTFQ+Trebuchet MS"/>
                <a:cs typeface="MHWTFQ+Trebuchet MS"/>
              </a:rPr>
              <a:t> </a:t>
            </a:r>
            <a:r>
              <a:rPr sz="1800" spc="10" dirty="0">
                <a:solidFill>
                  <a:srgbClr val="404040"/>
                </a:solidFill>
                <a:latin typeface="MHWTFQ+Trebuchet MS"/>
                <a:cs typeface="MHWTFQ+Trebuchet MS"/>
              </a:rPr>
              <a:t>je</a:t>
            </a:r>
            <a:r>
              <a:rPr sz="1800" spc="-22" dirty="0">
                <a:solidFill>
                  <a:srgbClr val="404040"/>
                </a:solidFill>
                <a:latin typeface="MHWTFQ+Trebuchet MS"/>
                <a:cs typeface="MHWTFQ+Trebuchet MS"/>
              </a:rPr>
              <a:t> </a:t>
            </a:r>
            <a:r>
              <a:rPr sz="1800" dirty="0">
                <a:solidFill>
                  <a:srgbClr val="404040"/>
                </a:solidFill>
                <a:latin typeface="MHWTFQ+Trebuchet MS"/>
                <a:cs typeface="MHWTFQ+Trebuchet MS"/>
              </a:rPr>
              <a:t>to</a:t>
            </a:r>
            <a:r>
              <a:rPr sz="1800" spc="-26" dirty="0">
                <a:solidFill>
                  <a:srgbClr val="404040"/>
                </a:solidFill>
                <a:latin typeface="MHWTFQ+Trebuchet MS"/>
                <a:cs typeface="MHWTFQ+Trebuchet MS"/>
              </a:rPr>
              <a:t> </a:t>
            </a:r>
            <a:r>
              <a:rPr sz="1800" dirty="0">
                <a:solidFill>
                  <a:srgbClr val="404040"/>
                </a:solidFill>
                <a:latin typeface="MHWTFQ+Trebuchet MS"/>
                <a:cs typeface="MHWTFQ+Trebuchet MS"/>
              </a:rPr>
              <a:t>tak?</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5182870" y="932463"/>
            <a:ext cx="2941082" cy="758313"/>
          </a:xfrm>
          <a:prstGeom prst="rect">
            <a:avLst/>
          </a:prstGeom>
        </p:spPr>
        <p:txBody>
          <a:bodyPr vert="horz" wrap="square" lIns="0" tIns="0" rIns="0" bIns="0" rtlCol="0">
            <a:spAutoFit/>
          </a:bodyPr>
          <a:lstStyle/>
          <a:p>
            <a:pPr marL="0" marR="0">
              <a:lnSpc>
                <a:spcPts val="2789"/>
              </a:lnSpc>
              <a:spcBef>
                <a:spcPts val="0"/>
              </a:spcBef>
              <a:spcAft>
                <a:spcPts val="0"/>
              </a:spcAft>
            </a:pPr>
            <a:r>
              <a:rPr sz="1900" dirty="0">
                <a:solidFill>
                  <a:srgbClr val="5FCBEF"/>
                </a:solidFill>
                <a:latin typeface="LEIREG+Wingdings 3"/>
                <a:cs typeface="LEIREG+Wingdings 3"/>
              </a:rPr>
              <a:t></a:t>
            </a:r>
            <a:r>
              <a:rPr sz="1900" spc="566" dirty="0">
                <a:solidFill>
                  <a:srgbClr val="5FCBEF"/>
                </a:solidFill>
                <a:latin typeface="Times New Roman"/>
                <a:cs typeface="Times New Roman"/>
              </a:rPr>
              <a:t> </a:t>
            </a:r>
            <a:r>
              <a:rPr sz="2400" b="1" dirty="0">
                <a:solidFill>
                  <a:srgbClr val="404040"/>
                </a:solidFill>
                <a:latin typeface="RBLPUO+Trebuchet MS Bold"/>
                <a:cs typeface="RBLPUO+Trebuchet MS Bold"/>
              </a:rPr>
              <a:t>SEBAKONTROLA</a:t>
            </a:r>
            <a:r>
              <a:rPr sz="2400" b="1" spc="-120" dirty="0">
                <a:solidFill>
                  <a:srgbClr val="404040"/>
                </a:solidFill>
                <a:latin typeface="RBLPUO+Trebuchet MS Bold"/>
                <a:cs typeface="RBLPUO+Trebuchet MS Bold"/>
              </a:rPr>
              <a:t> </a:t>
            </a:r>
            <a:r>
              <a:rPr sz="2400" dirty="0">
                <a:solidFill>
                  <a:srgbClr val="404040"/>
                </a:solidFill>
                <a:latin typeface="MHWTFQ+Trebuchet MS"/>
                <a:cs typeface="MHWTFQ+Trebuchet MS"/>
              </a:rPr>
              <a:t>–</a:t>
            </a:r>
          </a:p>
          <a:p>
            <a:pPr marL="344423" marR="0">
              <a:lnSpc>
                <a:spcPts val="2786"/>
              </a:lnSpc>
              <a:spcBef>
                <a:spcPts val="94"/>
              </a:spcBef>
              <a:spcAft>
                <a:spcPts val="0"/>
              </a:spcAft>
            </a:pPr>
            <a:r>
              <a:rPr sz="2400" dirty="0">
                <a:solidFill>
                  <a:srgbClr val="404040"/>
                </a:solidFill>
                <a:latin typeface="MHWTFQ+Trebuchet MS"/>
                <a:cs typeface="MHWTFQ+Trebuchet MS"/>
              </a:rPr>
              <a:t>schopnosť</a:t>
            </a:r>
            <a:r>
              <a:rPr sz="2400" spc="-22" dirty="0">
                <a:solidFill>
                  <a:srgbClr val="404040"/>
                </a:solidFill>
                <a:latin typeface="MHWTFQ+Trebuchet MS"/>
                <a:cs typeface="MHWTFQ+Trebuchet MS"/>
              </a:rPr>
              <a:t> </a:t>
            </a:r>
            <a:r>
              <a:rPr sz="2400" dirty="0">
                <a:solidFill>
                  <a:srgbClr val="404040"/>
                </a:solidFill>
                <a:latin typeface="MHWTFQ+Trebuchet MS"/>
                <a:cs typeface="MHWTFQ+Trebuchet MS"/>
              </a:rPr>
              <a:t>odolať</a:t>
            </a:r>
          </a:p>
        </p:txBody>
      </p:sp>
      <p:sp>
        <p:nvSpPr>
          <p:cNvPr id="4" name="object 4"/>
          <p:cNvSpPr txBox="1"/>
          <p:nvPr/>
        </p:nvSpPr>
        <p:spPr>
          <a:xfrm>
            <a:off x="5527294" y="1664237"/>
            <a:ext cx="3658416" cy="1124141"/>
          </a:xfrm>
          <a:prstGeom prst="rect">
            <a:avLst/>
          </a:prstGeom>
        </p:spPr>
        <p:txBody>
          <a:bodyPr vert="horz" wrap="square" lIns="0" tIns="0" rIns="0" bIns="0" rtlCol="0">
            <a:spAutoFit/>
          </a:bodyPr>
          <a:lstStyle/>
          <a:p>
            <a:pPr marL="0" marR="0">
              <a:lnSpc>
                <a:spcPts val="2789"/>
              </a:lnSpc>
              <a:spcBef>
                <a:spcPts val="0"/>
              </a:spcBef>
              <a:spcAft>
                <a:spcPts val="0"/>
              </a:spcAft>
            </a:pPr>
            <a:r>
              <a:rPr sz="2400" dirty="0">
                <a:solidFill>
                  <a:srgbClr val="404040"/>
                </a:solidFill>
                <a:latin typeface="MHWTFQ+Trebuchet MS"/>
                <a:cs typeface="MHWTFQ+Trebuchet MS"/>
              </a:rPr>
              <a:t>pokušeniu</a:t>
            </a:r>
            <a:r>
              <a:rPr sz="2400" spc="-24" dirty="0">
                <a:solidFill>
                  <a:srgbClr val="404040"/>
                </a:solidFill>
                <a:latin typeface="MHWTFQ+Trebuchet MS"/>
                <a:cs typeface="MHWTFQ+Trebuchet MS"/>
              </a:rPr>
              <a:t> </a:t>
            </a:r>
            <a:r>
              <a:rPr sz="2400" dirty="0">
                <a:solidFill>
                  <a:srgbClr val="404040"/>
                </a:solidFill>
                <a:latin typeface="MHWTFQ+Trebuchet MS"/>
                <a:cs typeface="MHWTFQ+Trebuchet MS"/>
              </a:rPr>
              <a:t>a ísť</a:t>
            </a:r>
            <a:r>
              <a:rPr sz="2400" spc="11" dirty="0">
                <a:solidFill>
                  <a:srgbClr val="404040"/>
                </a:solidFill>
                <a:latin typeface="MHWTFQ+Trebuchet MS"/>
                <a:cs typeface="MHWTFQ+Trebuchet MS"/>
              </a:rPr>
              <a:t> </a:t>
            </a:r>
            <a:r>
              <a:rPr sz="2400" spc="-15" dirty="0">
                <a:solidFill>
                  <a:srgbClr val="404040"/>
                </a:solidFill>
                <a:latin typeface="MHWTFQ+Trebuchet MS"/>
                <a:cs typeface="MHWTFQ+Trebuchet MS"/>
              </a:rPr>
              <a:t>za</a:t>
            </a:r>
            <a:r>
              <a:rPr sz="2400" spc="22" dirty="0">
                <a:solidFill>
                  <a:srgbClr val="404040"/>
                </a:solidFill>
                <a:latin typeface="MHWTFQ+Trebuchet MS"/>
                <a:cs typeface="MHWTFQ+Trebuchet MS"/>
              </a:rPr>
              <a:t> </a:t>
            </a:r>
            <a:r>
              <a:rPr sz="2400" dirty="0">
                <a:solidFill>
                  <a:srgbClr val="404040"/>
                </a:solidFill>
                <a:latin typeface="MHWTFQ+Trebuchet MS"/>
                <a:cs typeface="MHWTFQ+Trebuchet MS"/>
              </a:rPr>
              <a:t>cieľmi,</a:t>
            </a:r>
          </a:p>
          <a:p>
            <a:pPr marL="0" marR="0">
              <a:lnSpc>
                <a:spcPts val="2786"/>
              </a:lnSpc>
              <a:spcBef>
                <a:spcPts val="94"/>
              </a:spcBef>
              <a:spcAft>
                <a:spcPts val="0"/>
              </a:spcAft>
            </a:pPr>
            <a:r>
              <a:rPr sz="2400" dirty="0" err="1" smtClean="0">
                <a:solidFill>
                  <a:srgbClr val="404040"/>
                </a:solidFill>
                <a:latin typeface="MHWTFQ+Trebuchet MS"/>
                <a:cs typeface="MHWTFQ+Trebuchet MS"/>
              </a:rPr>
              <a:t>ktor</a:t>
            </a:r>
            <a:r>
              <a:rPr lang="sk-SK" sz="2400" dirty="0" smtClean="0">
                <a:solidFill>
                  <a:srgbClr val="404040"/>
                </a:solidFill>
                <a:latin typeface="MHWTFQ+Trebuchet MS"/>
                <a:cs typeface="MHWTFQ+Trebuchet MS"/>
              </a:rPr>
              <a:t>é</a:t>
            </a:r>
            <a:r>
              <a:rPr sz="2400" dirty="0" smtClean="0">
                <a:solidFill>
                  <a:srgbClr val="404040"/>
                </a:solidFill>
                <a:latin typeface="MHWTFQ+Trebuchet MS"/>
                <a:cs typeface="MHWTFQ+Trebuchet MS"/>
              </a:rPr>
              <a:t> </a:t>
            </a:r>
            <a:r>
              <a:rPr sz="2400" dirty="0">
                <a:solidFill>
                  <a:srgbClr val="404040"/>
                </a:solidFill>
                <a:latin typeface="MHWTFQ+Trebuchet MS"/>
                <a:cs typeface="MHWTFQ+Trebuchet MS"/>
              </a:rPr>
              <a:t>prinesú</a:t>
            </a:r>
            <a:r>
              <a:rPr sz="2400" spc="-24" dirty="0">
                <a:solidFill>
                  <a:srgbClr val="404040"/>
                </a:solidFill>
                <a:latin typeface="MHWTFQ+Trebuchet MS"/>
                <a:cs typeface="MHWTFQ+Trebuchet MS"/>
              </a:rPr>
              <a:t> </a:t>
            </a:r>
            <a:r>
              <a:rPr sz="2400" dirty="0">
                <a:solidFill>
                  <a:srgbClr val="404040"/>
                </a:solidFill>
                <a:latin typeface="MHWTFQ+Trebuchet MS"/>
                <a:cs typeface="MHWTFQ+Trebuchet MS"/>
              </a:rPr>
              <a:t>zisk</a:t>
            </a:r>
            <a:r>
              <a:rPr sz="2400" spc="12" dirty="0">
                <a:solidFill>
                  <a:srgbClr val="404040"/>
                </a:solidFill>
                <a:latin typeface="MHWTFQ+Trebuchet MS"/>
                <a:cs typeface="MHWTFQ+Trebuchet MS"/>
              </a:rPr>
              <a:t> </a:t>
            </a:r>
            <a:r>
              <a:rPr sz="2400" dirty="0">
                <a:solidFill>
                  <a:srgbClr val="404040"/>
                </a:solidFill>
                <a:latin typeface="MHWTFQ+Trebuchet MS"/>
                <a:cs typeface="MHWTFQ+Trebuchet MS"/>
              </a:rPr>
              <a:t>až v</a:t>
            </a:r>
          </a:p>
          <a:p>
            <a:pPr marL="0" marR="0">
              <a:lnSpc>
                <a:spcPts val="2789"/>
              </a:lnSpc>
              <a:spcBef>
                <a:spcPts val="91"/>
              </a:spcBef>
              <a:spcAft>
                <a:spcPts val="0"/>
              </a:spcAft>
            </a:pPr>
            <a:r>
              <a:rPr sz="2400" dirty="0">
                <a:solidFill>
                  <a:srgbClr val="404040"/>
                </a:solidFill>
                <a:latin typeface="MHWTFQ+Trebuchet MS"/>
                <a:cs typeface="MHWTFQ+Trebuchet MS"/>
              </a:rPr>
              <a:t>budúcnosti</a:t>
            </a:r>
          </a:p>
        </p:txBody>
      </p:sp>
      <p:sp>
        <p:nvSpPr>
          <p:cNvPr id="5" name="object 5"/>
          <p:cNvSpPr txBox="1"/>
          <p:nvPr/>
        </p:nvSpPr>
        <p:spPr>
          <a:xfrm>
            <a:off x="5182870" y="2890454"/>
            <a:ext cx="3924422" cy="1489614"/>
          </a:xfrm>
          <a:prstGeom prst="rect">
            <a:avLst/>
          </a:prstGeom>
        </p:spPr>
        <p:txBody>
          <a:bodyPr vert="horz" wrap="square" lIns="0" tIns="0" rIns="0" bIns="0" rtlCol="0">
            <a:spAutoFit/>
          </a:bodyPr>
          <a:lstStyle/>
          <a:p>
            <a:pPr marL="0" marR="0">
              <a:lnSpc>
                <a:spcPts val="2786"/>
              </a:lnSpc>
              <a:spcBef>
                <a:spcPts val="0"/>
              </a:spcBef>
              <a:spcAft>
                <a:spcPts val="0"/>
              </a:spcAft>
            </a:pPr>
            <a:r>
              <a:rPr sz="1900" dirty="0">
                <a:solidFill>
                  <a:srgbClr val="5FCBEF"/>
                </a:solidFill>
                <a:latin typeface="LEIREG+Wingdings 3"/>
                <a:cs typeface="LEIREG+Wingdings 3"/>
              </a:rPr>
              <a:t></a:t>
            </a:r>
            <a:r>
              <a:rPr sz="1900" spc="566" dirty="0">
                <a:solidFill>
                  <a:srgbClr val="5FCBEF"/>
                </a:solidFill>
                <a:latin typeface="Times New Roman"/>
                <a:cs typeface="Times New Roman"/>
              </a:rPr>
              <a:t> </a:t>
            </a:r>
            <a:r>
              <a:rPr sz="2400" dirty="0">
                <a:solidFill>
                  <a:srgbClr val="404040"/>
                </a:solidFill>
                <a:latin typeface="MHWTFQ+Trebuchet MS"/>
                <a:cs typeface="MHWTFQ+Trebuchet MS"/>
              </a:rPr>
              <a:t>naša kapacita</a:t>
            </a:r>
            <a:r>
              <a:rPr sz="2400" spc="-47" dirty="0">
                <a:solidFill>
                  <a:srgbClr val="404040"/>
                </a:solidFill>
                <a:latin typeface="MHWTFQ+Trebuchet MS"/>
                <a:cs typeface="MHWTFQ+Trebuchet MS"/>
              </a:rPr>
              <a:t> </a:t>
            </a:r>
            <a:r>
              <a:rPr sz="2400" dirty="0">
                <a:solidFill>
                  <a:srgbClr val="404040"/>
                </a:solidFill>
                <a:latin typeface="MHWTFQ+Trebuchet MS"/>
                <a:cs typeface="MHWTFQ+Trebuchet MS"/>
              </a:rPr>
              <a:t>odolať</a:t>
            </a:r>
          </a:p>
          <a:p>
            <a:pPr marL="344423" marR="0">
              <a:lnSpc>
                <a:spcPts val="2789"/>
              </a:lnSpc>
              <a:spcBef>
                <a:spcPts val="91"/>
              </a:spcBef>
              <a:spcAft>
                <a:spcPts val="0"/>
              </a:spcAft>
            </a:pPr>
            <a:r>
              <a:rPr sz="2400" dirty="0">
                <a:solidFill>
                  <a:srgbClr val="404040"/>
                </a:solidFill>
                <a:latin typeface="MHWTFQ+Trebuchet MS"/>
                <a:cs typeface="MHWTFQ+Trebuchet MS"/>
              </a:rPr>
              <a:t>pokušeniu</a:t>
            </a:r>
            <a:r>
              <a:rPr sz="2400" spc="-24" dirty="0">
                <a:solidFill>
                  <a:srgbClr val="404040"/>
                </a:solidFill>
                <a:latin typeface="MHWTFQ+Trebuchet MS"/>
                <a:cs typeface="MHWTFQ+Trebuchet MS"/>
              </a:rPr>
              <a:t> </a:t>
            </a:r>
            <a:r>
              <a:rPr sz="2400" dirty="0">
                <a:solidFill>
                  <a:srgbClr val="404040"/>
                </a:solidFill>
                <a:latin typeface="MHWTFQ+Trebuchet MS"/>
                <a:cs typeface="MHWTFQ+Trebuchet MS"/>
              </a:rPr>
              <a:t>je</a:t>
            </a:r>
            <a:r>
              <a:rPr sz="2400" spc="-13" dirty="0">
                <a:solidFill>
                  <a:srgbClr val="404040"/>
                </a:solidFill>
                <a:latin typeface="MHWTFQ+Trebuchet MS"/>
                <a:cs typeface="MHWTFQ+Trebuchet MS"/>
              </a:rPr>
              <a:t> </a:t>
            </a:r>
            <a:r>
              <a:rPr sz="2400" dirty="0">
                <a:solidFill>
                  <a:srgbClr val="404040"/>
                </a:solidFill>
                <a:latin typeface="MHWTFQ+Trebuchet MS"/>
                <a:cs typeface="MHWTFQ+Trebuchet MS"/>
              </a:rPr>
              <a:t>obmedzená</a:t>
            </a:r>
          </a:p>
          <a:p>
            <a:pPr marL="344423" marR="0">
              <a:lnSpc>
                <a:spcPts val="2786"/>
              </a:lnSpc>
              <a:spcBef>
                <a:spcPts val="44"/>
              </a:spcBef>
              <a:spcAft>
                <a:spcPts val="0"/>
              </a:spcAft>
            </a:pPr>
            <a:r>
              <a:rPr sz="2400" dirty="0">
                <a:solidFill>
                  <a:srgbClr val="404040"/>
                </a:solidFill>
                <a:latin typeface="MHWTFQ+Trebuchet MS"/>
                <a:cs typeface="MHWTFQ+Trebuchet MS"/>
              </a:rPr>
              <a:t>(čím</a:t>
            </a:r>
            <a:r>
              <a:rPr sz="2400" spc="-36" dirty="0">
                <a:solidFill>
                  <a:srgbClr val="404040"/>
                </a:solidFill>
                <a:latin typeface="MHWTFQ+Trebuchet MS"/>
                <a:cs typeface="MHWTFQ+Trebuchet MS"/>
              </a:rPr>
              <a:t> </a:t>
            </a:r>
            <a:r>
              <a:rPr sz="2400" dirty="0">
                <a:solidFill>
                  <a:srgbClr val="404040"/>
                </a:solidFill>
                <a:latin typeface="MHWTFQ+Trebuchet MS"/>
                <a:cs typeface="MHWTFQ+Trebuchet MS"/>
              </a:rPr>
              <a:t>viac</a:t>
            </a:r>
            <a:r>
              <a:rPr sz="2400" spc="-24" dirty="0">
                <a:solidFill>
                  <a:srgbClr val="404040"/>
                </a:solidFill>
                <a:latin typeface="MHWTFQ+Trebuchet MS"/>
                <a:cs typeface="MHWTFQ+Trebuchet MS"/>
              </a:rPr>
              <a:t> </a:t>
            </a:r>
            <a:r>
              <a:rPr sz="2400" spc="-11" dirty="0">
                <a:solidFill>
                  <a:srgbClr val="404040"/>
                </a:solidFill>
                <a:latin typeface="MHWTFQ+Trebuchet MS"/>
                <a:cs typeface="MHWTFQ+Trebuchet MS"/>
              </a:rPr>
              <a:t>sa</a:t>
            </a:r>
            <a:r>
              <a:rPr sz="2400" spc="20" dirty="0">
                <a:solidFill>
                  <a:srgbClr val="404040"/>
                </a:solidFill>
                <a:latin typeface="MHWTFQ+Trebuchet MS"/>
                <a:cs typeface="MHWTFQ+Trebuchet MS"/>
              </a:rPr>
              <a:t> </a:t>
            </a:r>
            <a:r>
              <a:rPr sz="2400" dirty="0">
                <a:solidFill>
                  <a:srgbClr val="404040"/>
                </a:solidFill>
                <a:latin typeface="MHWTFQ+Trebuchet MS"/>
                <a:cs typeface="MHWTFQ+Trebuchet MS"/>
              </a:rPr>
              <a:t>vystavujeme</a:t>
            </a:r>
          </a:p>
          <a:p>
            <a:pPr marL="344423" marR="0">
              <a:lnSpc>
                <a:spcPts val="2789"/>
              </a:lnSpc>
              <a:spcBef>
                <a:spcPts val="91"/>
              </a:spcBef>
              <a:spcAft>
                <a:spcPts val="0"/>
              </a:spcAft>
            </a:pPr>
            <a:r>
              <a:rPr sz="2400" dirty="0">
                <a:solidFill>
                  <a:srgbClr val="404040"/>
                </a:solidFill>
                <a:latin typeface="MHWTFQ+Trebuchet MS"/>
                <a:cs typeface="MHWTFQ+Trebuchet MS"/>
              </a:rPr>
              <a:t>situácii</a:t>
            </a:r>
            <a:r>
              <a:rPr sz="2400" spc="-46" dirty="0">
                <a:solidFill>
                  <a:srgbClr val="404040"/>
                </a:solidFill>
                <a:latin typeface="MHWTFQ+Trebuchet MS"/>
                <a:cs typeface="MHWTFQ+Trebuchet MS"/>
              </a:rPr>
              <a:t> </a:t>
            </a:r>
            <a:r>
              <a:rPr sz="2400" dirty="0">
                <a:solidFill>
                  <a:srgbClr val="404040"/>
                </a:solidFill>
                <a:latin typeface="MHWTFQ+Trebuchet MS"/>
                <a:cs typeface="MHWTFQ+Trebuchet MS"/>
              </a:rPr>
              <a:t>náročnej</a:t>
            </a:r>
            <a:r>
              <a:rPr sz="2400" spc="-50" dirty="0">
                <a:solidFill>
                  <a:srgbClr val="404040"/>
                </a:solidFill>
                <a:latin typeface="MHWTFQ+Trebuchet MS"/>
                <a:cs typeface="MHWTFQ+Trebuchet MS"/>
              </a:rPr>
              <a:t> </a:t>
            </a:r>
            <a:r>
              <a:rPr sz="2400" dirty="0">
                <a:solidFill>
                  <a:srgbClr val="404040"/>
                </a:solidFill>
                <a:latin typeface="MHWTFQ+Trebuchet MS"/>
                <a:cs typeface="MHWTFQ+Trebuchet MS"/>
              </a:rPr>
              <a:t>na</a:t>
            </a:r>
          </a:p>
        </p:txBody>
      </p:sp>
      <p:sp>
        <p:nvSpPr>
          <p:cNvPr id="6" name="object 6"/>
          <p:cNvSpPr txBox="1"/>
          <p:nvPr/>
        </p:nvSpPr>
        <p:spPr>
          <a:xfrm>
            <a:off x="769010" y="4221716"/>
            <a:ext cx="3366304" cy="303534"/>
          </a:xfrm>
          <a:prstGeom prst="rect">
            <a:avLst/>
          </a:prstGeom>
        </p:spPr>
        <p:txBody>
          <a:bodyPr vert="horz" wrap="square" lIns="0" tIns="0" rIns="0" bIns="0" rtlCol="0">
            <a:spAutoFit/>
          </a:bodyPr>
          <a:lstStyle/>
          <a:p>
            <a:pPr marL="0" marR="0">
              <a:lnSpc>
                <a:spcPts val="2090"/>
              </a:lnSpc>
              <a:spcBef>
                <a:spcPts val="0"/>
              </a:spcBef>
              <a:spcAft>
                <a:spcPts val="0"/>
              </a:spcAft>
            </a:pPr>
            <a:r>
              <a:rPr sz="1450" dirty="0">
                <a:solidFill>
                  <a:srgbClr val="5FCBEF"/>
                </a:solidFill>
                <a:latin typeface="LEIREG+Wingdings 3"/>
                <a:cs typeface="LEIREG+Wingdings 3"/>
              </a:rPr>
              <a:t></a:t>
            </a:r>
            <a:r>
              <a:rPr sz="1450" spc="1074" dirty="0">
                <a:solidFill>
                  <a:srgbClr val="5FCBEF"/>
                </a:solidFill>
                <a:latin typeface="Times New Roman"/>
                <a:cs typeface="Times New Roman"/>
              </a:rPr>
              <a:t> </a:t>
            </a:r>
            <a:r>
              <a:rPr sz="1800" dirty="0">
                <a:solidFill>
                  <a:srgbClr val="404040"/>
                </a:solidFill>
                <a:latin typeface="MHWTFQ+Trebuchet MS"/>
                <a:cs typeface="MHWTFQ+Trebuchet MS"/>
              </a:rPr>
              <a:t>Čo</a:t>
            </a:r>
            <a:r>
              <a:rPr sz="1800" spc="-16" dirty="0">
                <a:solidFill>
                  <a:srgbClr val="404040"/>
                </a:solidFill>
                <a:latin typeface="MHWTFQ+Trebuchet MS"/>
                <a:cs typeface="MHWTFQ+Trebuchet MS"/>
              </a:rPr>
              <a:t> </a:t>
            </a:r>
            <a:r>
              <a:rPr sz="1800" dirty="0">
                <a:solidFill>
                  <a:srgbClr val="404040"/>
                </a:solidFill>
                <a:latin typeface="MHWTFQ+Trebuchet MS"/>
                <a:cs typeface="MHWTFQ+Trebuchet MS"/>
              </a:rPr>
              <a:t>robiť pri diéte? </a:t>
            </a:r>
            <a:r>
              <a:rPr sz="1800" spc="-45" dirty="0">
                <a:solidFill>
                  <a:srgbClr val="404040"/>
                </a:solidFill>
                <a:latin typeface="MHWTFQ+Trebuchet MS"/>
                <a:cs typeface="MHWTFQ+Trebuchet MS"/>
              </a:rPr>
              <a:t>Pri</a:t>
            </a:r>
            <a:r>
              <a:rPr sz="1800" spc="41" dirty="0">
                <a:solidFill>
                  <a:srgbClr val="404040"/>
                </a:solidFill>
                <a:latin typeface="MHWTFQ+Trebuchet MS"/>
                <a:cs typeface="MHWTFQ+Trebuchet MS"/>
              </a:rPr>
              <a:t> </a:t>
            </a:r>
            <a:r>
              <a:rPr sz="1800" dirty="0">
                <a:solidFill>
                  <a:srgbClr val="404040"/>
                </a:solidFill>
                <a:latin typeface="MHWTFQ+Trebuchet MS"/>
                <a:cs typeface="MHWTFQ+Trebuchet MS"/>
              </a:rPr>
              <a:t>snahe</a:t>
            </a:r>
          </a:p>
        </p:txBody>
      </p:sp>
      <p:sp>
        <p:nvSpPr>
          <p:cNvPr id="7" name="object 7"/>
          <p:cNvSpPr txBox="1"/>
          <p:nvPr/>
        </p:nvSpPr>
        <p:spPr>
          <a:xfrm>
            <a:off x="5527294" y="4354129"/>
            <a:ext cx="3439726" cy="758027"/>
          </a:xfrm>
          <a:prstGeom prst="rect">
            <a:avLst/>
          </a:prstGeom>
        </p:spPr>
        <p:txBody>
          <a:bodyPr vert="horz" wrap="square" lIns="0" tIns="0" rIns="0" bIns="0" rtlCol="0">
            <a:spAutoFit/>
          </a:bodyPr>
          <a:lstStyle/>
          <a:p>
            <a:pPr marL="0" marR="0">
              <a:lnSpc>
                <a:spcPts val="2786"/>
              </a:lnSpc>
              <a:spcBef>
                <a:spcPts val="0"/>
              </a:spcBef>
              <a:spcAft>
                <a:spcPts val="0"/>
              </a:spcAft>
            </a:pPr>
            <a:r>
              <a:rPr sz="2400" dirty="0">
                <a:solidFill>
                  <a:srgbClr val="404040"/>
                </a:solidFill>
                <a:latin typeface="MHWTFQ+Trebuchet MS"/>
                <a:cs typeface="MHWTFQ+Trebuchet MS"/>
              </a:rPr>
              <a:t>kontrolu, tým viac</a:t>
            </a:r>
            <a:r>
              <a:rPr sz="2400" spc="-23" dirty="0">
                <a:solidFill>
                  <a:srgbClr val="404040"/>
                </a:solidFill>
                <a:latin typeface="MHWTFQ+Trebuchet MS"/>
                <a:cs typeface="MHWTFQ+Trebuchet MS"/>
              </a:rPr>
              <a:t> </a:t>
            </a:r>
            <a:r>
              <a:rPr sz="2400" spc="-11" dirty="0">
                <a:solidFill>
                  <a:srgbClr val="404040"/>
                </a:solidFill>
                <a:latin typeface="MHWTFQ+Trebuchet MS"/>
                <a:cs typeface="MHWTFQ+Trebuchet MS"/>
              </a:rPr>
              <a:t>sa</a:t>
            </a:r>
          </a:p>
          <a:p>
            <a:pPr marL="0" marR="0">
              <a:lnSpc>
                <a:spcPts val="2786"/>
              </a:lnSpc>
              <a:spcBef>
                <a:spcPts val="95"/>
              </a:spcBef>
              <a:spcAft>
                <a:spcPts val="0"/>
              </a:spcAft>
            </a:pPr>
            <a:r>
              <a:rPr sz="2400" dirty="0">
                <a:solidFill>
                  <a:srgbClr val="404040"/>
                </a:solidFill>
                <a:latin typeface="MHWTFQ+Trebuchet MS"/>
                <a:cs typeface="MHWTFQ+Trebuchet MS"/>
              </a:rPr>
              <a:t>vystavujeme</a:t>
            </a:r>
            <a:r>
              <a:rPr sz="2400" spc="-20" dirty="0">
                <a:solidFill>
                  <a:srgbClr val="404040"/>
                </a:solidFill>
                <a:latin typeface="MHWTFQ+Trebuchet MS"/>
                <a:cs typeface="MHWTFQ+Trebuchet MS"/>
              </a:rPr>
              <a:t> </a:t>
            </a:r>
            <a:r>
              <a:rPr sz="2400" dirty="0">
                <a:solidFill>
                  <a:srgbClr val="404040"/>
                </a:solidFill>
                <a:latin typeface="MHWTFQ+Trebuchet MS"/>
                <a:cs typeface="MHWTFQ+Trebuchet MS"/>
              </a:rPr>
              <a:t>pokušeniu)</a:t>
            </a:r>
          </a:p>
        </p:txBody>
      </p:sp>
      <p:sp>
        <p:nvSpPr>
          <p:cNvPr id="8" name="object 8"/>
          <p:cNvSpPr txBox="1"/>
          <p:nvPr/>
        </p:nvSpPr>
        <p:spPr>
          <a:xfrm>
            <a:off x="1113434" y="4495750"/>
            <a:ext cx="1641010" cy="303888"/>
          </a:xfrm>
          <a:prstGeom prst="rect">
            <a:avLst/>
          </a:prstGeom>
        </p:spPr>
        <p:txBody>
          <a:bodyPr vert="horz" wrap="square" lIns="0" tIns="0" rIns="0" bIns="0" rtlCol="0">
            <a:spAutoFit/>
          </a:bodyPr>
          <a:lstStyle/>
          <a:p>
            <a:pPr marL="0" marR="0">
              <a:lnSpc>
                <a:spcPts val="2092"/>
              </a:lnSpc>
              <a:spcBef>
                <a:spcPts val="0"/>
              </a:spcBef>
              <a:spcAft>
                <a:spcPts val="0"/>
              </a:spcAft>
            </a:pPr>
            <a:r>
              <a:rPr sz="1800" dirty="0">
                <a:solidFill>
                  <a:srgbClr val="404040"/>
                </a:solidFill>
                <a:latin typeface="MHWTFQ+Trebuchet MS"/>
                <a:cs typeface="MHWTFQ+Trebuchet MS"/>
              </a:rPr>
              <a:t>prestať fajčiť?</a:t>
            </a:r>
          </a:p>
        </p:txBody>
      </p:sp>
      <p:sp>
        <p:nvSpPr>
          <p:cNvPr id="9" name="object 9"/>
          <p:cNvSpPr txBox="1"/>
          <p:nvPr/>
        </p:nvSpPr>
        <p:spPr>
          <a:xfrm>
            <a:off x="769010" y="4898626"/>
            <a:ext cx="3627818" cy="303534"/>
          </a:xfrm>
          <a:prstGeom prst="rect">
            <a:avLst/>
          </a:prstGeom>
        </p:spPr>
        <p:txBody>
          <a:bodyPr vert="horz" wrap="square" lIns="0" tIns="0" rIns="0" bIns="0" rtlCol="0">
            <a:spAutoFit/>
          </a:bodyPr>
          <a:lstStyle/>
          <a:p>
            <a:pPr marL="0" marR="0">
              <a:lnSpc>
                <a:spcPts val="2090"/>
              </a:lnSpc>
              <a:spcBef>
                <a:spcPts val="0"/>
              </a:spcBef>
              <a:spcAft>
                <a:spcPts val="0"/>
              </a:spcAft>
            </a:pPr>
            <a:r>
              <a:rPr sz="1450" dirty="0">
                <a:solidFill>
                  <a:srgbClr val="5FCBEF"/>
                </a:solidFill>
                <a:latin typeface="LEIREG+Wingdings 3"/>
                <a:cs typeface="LEIREG+Wingdings 3"/>
              </a:rPr>
              <a:t></a:t>
            </a:r>
            <a:r>
              <a:rPr sz="1450" spc="1074" dirty="0">
                <a:solidFill>
                  <a:srgbClr val="5FCBEF"/>
                </a:solidFill>
                <a:latin typeface="Times New Roman"/>
                <a:cs typeface="Times New Roman"/>
              </a:rPr>
              <a:t> </a:t>
            </a:r>
            <a:r>
              <a:rPr sz="1800" dirty="0">
                <a:solidFill>
                  <a:srgbClr val="404040"/>
                </a:solidFill>
                <a:latin typeface="MHWTFQ+Trebuchet MS"/>
                <a:cs typeface="MHWTFQ+Trebuchet MS"/>
              </a:rPr>
              <a:t>sklon preceňovať svoju</a:t>
            </a:r>
            <a:r>
              <a:rPr sz="1800" spc="-13" dirty="0">
                <a:solidFill>
                  <a:srgbClr val="404040"/>
                </a:solidFill>
                <a:latin typeface="MHWTFQ+Trebuchet MS"/>
                <a:cs typeface="MHWTFQ+Trebuchet MS"/>
              </a:rPr>
              <a:t> </a:t>
            </a:r>
            <a:r>
              <a:rPr sz="1800" dirty="0">
                <a:solidFill>
                  <a:srgbClr val="404040"/>
                </a:solidFill>
                <a:latin typeface="MHWTFQ+Trebuchet MS"/>
                <a:cs typeface="MHWTFQ+Trebuchet MS"/>
              </a:rPr>
              <a:t>úroveň</a:t>
            </a:r>
          </a:p>
        </p:txBody>
      </p:sp>
      <p:sp>
        <p:nvSpPr>
          <p:cNvPr id="10" name="object 10"/>
          <p:cNvSpPr txBox="1"/>
          <p:nvPr/>
        </p:nvSpPr>
        <p:spPr>
          <a:xfrm>
            <a:off x="1113434" y="5172660"/>
            <a:ext cx="1464020" cy="303888"/>
          </a:xfrm>
          <a:prstGeom prst="rect">
            <a:avLst/>
          </a:prstGeom>
        </p:spPr>
        <p:txBody>
          <a:bodyPr vert="horz" wrap="square" lIns="0" tIns="0" rIns="0" bIns="0" rtlCol="0">
            <a:spAutoFit/>
          </a:bodyPr>
          <a:lstStyle/>
          <a:p>
            <a:pPr marL="0" marR="0">
              <a:lnSpc>
                <a:spcPts val="2092"/>
              </a:lnSpc>
              <a:spcBef>
                <a:spcPts val="0"/>
              </a:spcBef>
              <a:spcAft>
                <a:spcPts val="0"/>
              </a:spcAft>
            </a:pPr>
            <a:r>
              <a:rPr sz="1800" dirty="0">
                <a:solidFill>
                  <a:srgbClr val="404040"/>
                </a:solidFill>
                <a:latin typeface="FPBUOD+Trebuchet MS"/>
                <a:cs typeface="FPBUOD+Trebuchet MS"/>
              </a:rPr>
              <a:t>sebakontroly</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769010" y="671668"/>
            <a:ext cx="4444212" cy="568969"/>
          </a:xfrm>
          <a:prstGeom prst="rect">
            <a:avLst/>
          </a:prstGeom>
        </p:spPr>
        <p:txBody>
          <a:bodyPr vert="horz" wrap="square" lIns="0" tIns="0" rIns="0" bIns="0" rtlCol="0">
            <a:spAutoFit/>
          </a:bodyPr>
          <a:lstStyle/>
          <a:p>
            <a:pPr marL="0" marR="0">
              <a:lnSpc>
                <a:spcPts val="4180"/>
              </a:lnSpc>
              <a:spcBef>
                <a:spcPts val="0"/>
              </a:spcBef>
              <a:spcAft>
                <a:spcPts val="0"/>
              </a:spcAft>
            </a:pPr>
            <a:r>
              <a:rPr sz="3600" dirty="0">
                <a:solidFill>
                  <a:srgbClr val="5FCBEF"/>
                </a:solidFill>
                <a:latin typeface="FPBUOD+Trebuchet MS"/>
                <a:cs typeface="FPBUOD+Trebuchet MS"/>
              </a:rPr>
              <a:t>Miera istoty/neistoty</a:t>
            </a:r>
          </a:p>
        </p:txBody>
      </p:sp>
      <p:sp>
        <p:nvSpPr>
          <p:cNvPr id="4" name="object 4"/>
          <p:cNvSpPr txBox="1"/>
          <p:nvPr/>
        </p:nvSpPr>
        <p:spPr>
          <a:xfrm>
            <a:off x="769010" y="2107118"/>
            <a:ext cx="8719584" cy="392013"/>
          </a:xfrm>
          <a:prstGeom prst="rect">
            <a:avLst/>
          </a:prstGeom>
        </p:spPr>
        <p:txBody>
          <a:bodyPr vert="horz" wrap="square" lIns="0" tIns="0" rIns="0" bIns="0" rtlCol="0">
            <a:spAutoFit/>
          </a:bodyPr>
          <a:lstStyle/>
          <a:p>
            <a:pPr marL="0" marR="0">
              <a:lnSpc>
                <a:spcPts val="2786"/>
              </a:lnSpc>
              <a:spcBef>
                <a:spcPts val="0"/>
              </a:spcBef>
              <a:spcAft>
                <a:spcPts val="0"/>
              </a:spcAft>
            </a:pPr>
            <a:r>
              <a:rPr sz="1900" dirty="0">
                <a:solidFill>
                  <a:srgbClr val="5FCBEF"/>
                </a:solidFill>
                <a:latin typeface="BAQUAG+Arial"/>
                <a:cs typeface="BAQUAG+Arial"/>
              </a:rPr>
              <a:t>•</a:t>
            </a:r>
            <a:r>
              <a:rPr sz="1900" spc="1572" dirty="0">
                <a:solidFill>
                  <a:srgbClr val="5FCBEF"/>
                </a:solidFill>
                <a:latin typeface="Times New Roman"/>
                <a:cs typeface="Times New Roman"/>
              </a:rPr>
              <a:t> </a:t>
            </a:r>
            <a:r>
              <a:rPr sz="2400" dirty="0">
                <a:solidFill>
                  <a:srgbClr val="404040"/>
                </a:solidFill>
                <a:latin typeface="MHWTFQ+Trebuchet MS"/>
                <a:cs typeface="MHWTFQ+Trebuchet MS"/>
              </a:rPr>
              <a:t>neistotu</a:t>
            </a:r>
            <a:r>
              <a:rPr sz="2400" spc="-49" dirty="0">
                <a:solidFill>
                  <a:srgbClr val="404040"/>
                </a:solidFill>
                <a:latin typeface="MHWTFQ+Trebuchet MS"/>
                <a:cs typeface="MHWTFQ+Trebuchet MS"/>
              </a:rPr>
              <a:t> </a:t>
            </a:r>
            <a:r>
              <a:rPr sz="2400" dirty="0">
                <a:solidFill>
                  <a:srgbClr val="404040"/>
                </a:solidFill>
                <a:latin typeface="MHWTFQ+Trebuchet MS"/>
                <a:cs typeface="MHWTFQ+Trebuchet MS"/>
              </a:rPr>
              <a:t>zvyšuje</a:t>
            </a:r>
            <a:r>
              <a:rPr sz="2400" spc="38" dirty="0">
                <a:solidFill>
                  <a:srgbClr val="404040"/>
                </a:solidFill>
                <a:latin typeface="MHWTFQ+Trebuchet MS"/>
                <a:cs typeface="MHWTFQ+Trebuchet MS"/>
              </a:rPr>
              <a:t> </a:t>
            </a:r>
            <a:r>
              <a:rPr sz="2400" dirty="0">
                <a:solidFill>
                  <a:srgbClr val="404040"/>
                </a:solidFill>
                <a:latin typeface="MHWTFQ+Trebuchet MS"/>
                <a:cs typeface="MHWTFQ+Trebuchet MS"/>
              </a:rPr>
              <a:t>predlžovanie</a:t>
            </a:r>
            <a:r>
              <a:rPr sz="2400" spc="32" dirty="0">
                <a:solidFill>
                  <a:srgbClr val="404040"/>
                </a:solidFill>
                <a:latin typeface="MHWTFQ+Trebuchet MS"/>
                <a:cs typeface="MHWTFQ+Trebuchet MS"/>
              </a:rPr>
              <a:t> </a:t>
            </a:r>
            <a:r>
              <a:rPr sz="2400" spc="-56" dirty="0">
                <a:solidFill>
                  <a:srgbClr val="404040"/>
                </a:solidFill>
                <a:latin typeface="MHWTFQ+Trebuchet MS"/>
                <a:cs typeface="MHWTFQ+Trebuchet MS"/>
              </a:rPr>
              <a:t>doby,</a:t>
            </a:r>
            <a:r>
              <a:rPr sz="2400" spc="36" dirty="0">
                <a:solidFill>
                  <a:srgbClr val="404040"/>
                </a:solidFill>
                <a:latin typeface="MHWTFQ+Trebuchet MS"/>
                <a:cs typeface="MHWTFQ+Trebuchet MS"/>
              </a:rPr>
              <a:t> </a:t>
            </a:r>
            <a:r>
              <a:rPr sz="2400" dirty="0">
                <a:solidFill>
                  <a:srgbClr val="404040"/>
                </a:solidFill>
                <a:latin typeface="MHWTFQ+Trebuchet MS"/>
                <a:cs typeface="MHWTFQ+Trebuchet MS"/>
              </a:rPr>
              <a:t>po ktorej</a:t>
            </a:r>
            <a:r>
              <a:rPr sz="2400" spc="-21" dirty="0">
                <a:solidFill>
                  <a:srgbClr val="404040"/>
                </a:solidFill>
                <a:latin typeface="MHWTFQ+Trebuchet MS"/>
                <a:cs typeface="MHWTFQ+Trebuchet MS"/>
              </a:rPr>
              <a:t> </a:t>
            </a:r>
            <a:r>
              <a:rPr sz="2400" dirty="0">
                <a:solidFill>
                  <a:srgbClr val="404040"/>
                </a:solidFill>
                <a:latin typeface="MHWTFQ+Trebuchet MS"/>
                <a:cs typeface="MHWTFQ+Trebuchet MS"/>
              </a:rPr>
              <a:t>príde</a:t>
            </a:r>
            <a:r>
              <a:rPr sz="2400" spc="10" dirty="0">
                <a:solidFill>
                  <a:srgbClr val="404040"/>
                </a:solidFill>
                <a:latin typeface="MHWTFQ+Trebuchet MS"/>
                <a:cs typeface="MHWTFQ+Trebuchet MS"/>
              </a:rPr>
              <a:t> </a:t>
            </a:r>
            <a:r>
              <a:rPr sz="2400" dirty="0">
                <a:solidFill>
                  <a:srgbClr val="404040"/>
                </a:solidFill>
                <a:latin typeface="FPBUOD+Trebuchet MS"/>
                <a:cs typeface="FPBUOD+Trebuchet MS"/>
              </a:rPr>
              <a:t>odmena</a:t>
            </a:r>
          </a:p>
        </p:txBody>
      </p:sp>
      <p:sp>
        <p:nvSpPr>
          <p:cNvPr id="5" name="object 5"/>
          <p:cNvSpPr txBox="1"/>
          <p:nvPr/>
        </p:nvSpPr>
        <p:spPr>
          <a:xfrm>
            <a:off x="970178" y="2598100"/>
            <a:ext cx="8777691" cy="757841"/>
          </a:xfrm>
          <a:prstGeom prst="rect">
            <a:avLst/>
          </a:prstGeom>
        </p:spPr>
        <p:txBody>
          <a:bodyPr vert="horz" wrap="square" lIns="0" tIns="0" rIns="0" bIns="0" rtlCol="0">
            <a:spAutoFit/>
          </a:bodyPr>
          <a:lstStyle/>
          <a:p>
            <a:pPr marL="0" marR="0">
              <a:lnSpc>
                <a:spcPts val="2786"/>
              </a:lnSpc>
              <a:spcBef>
                <a:spcPts val="0"/>
              </a:spcBef>
              <a:spcAft>
                <a:spcPts val="0"/>
              </a:spcAft>
            </a:pPr>
            <a:r>
              <a:rPr sz="2400" dirty="0">
                <a:solidFill>
                  <a:srgbClr val="404040"/>
                </a:solidFill>
                <a:latin typeface="MHWTFQ+Trebuchet MS"/>
                <a:cs typeface="MHWTFQ+Trebuchet MS"/>
              </a:rPr>
              <a:t>Ak</a:t>
            </a:r>
            <a:r>
              <a:rPr sz="2400" spc="-12" dirty="0">
                <a:solidFill>
                  <a:srgbClr val="404040"/>
                </a:solidFill>
                <a:latin typeface="MHWTFQ+Trebuchet MS"/>
                <a:cs typeface="MHWTFQ+Trebuchet MS"/>
              </a:rPr>
              <a:t> </a:t>
            </a:r>
            <a:r>
              <a:rPr sz="2400" dirty="0">
                <a:solidFill>
                  <a:srgbClr val="404040"/>
                </a:solidFill>
                <a:latin typeface="MHWTFQ+Trebuchet MS"/>
                <a:cs typeface="MHWTFQ+Trebuchet MS"/>
              </a:rPr>
              <a:t>by</a:t>
            </a:r>
            <a:r>
              <a:rPr sz="2400" spc="16" dirty="0">
                <a:solidFill>
                  <a:srgbClr val="404040"/>
                </a:solidFill>
                <a:latin typeface="MHWTFQ+Trebuchet MS"/>
                <a:cs typeface="MHWTFQ+Trebuchet MS"/>
              </a:rPr>
              <a:t> </a:t>
            </a:r>
            <a:r>
              <a:rPr sz="2400" dirty="0">
                <a:solidFill>
                  <a:srgbClr val="404040"/>
                </a:solidFill>
                <a:latin typeface="MHWTFQ+Trebuchet MS"/>
                <a:cs typeface="MHWTFQ+Trebuchet MS"/>
              </a:rPr>
              <a:t>som Vám</a:t>
            </a:r>
            <a:r>
              <a:rPr sz="2400" spc="-33" dirty="0">
                <a:solidFill>
                  <a:srgbClr val="404040"/>
                </a:solidFill>
                <a:latin typeface="MHWTFQ+Trebuchet MS"/>
                <a:cs typeface="MHWTFQ+Trebuchet MS"/>
              </a:rPr>
              <a:t> </a:t>
            </a:r>
            <a:r>
              <a:rPr sz="2400" dirty="0">
                <a:solidFill>
                  <a:srgbClr val="404040"/>
                </a:solidFill>
                <a:latin typeface="MHWTFQ+Trebuchet MS"/>
                <a:cs typeface="MHWTFQ+Trebuchet MS"/>
              </a:rPr>
              <a:t>sľúbila</a:t>
            </a:r>
            <a:r>
              <a:rPr sz="2400" spc="30" dirty="0">
                <a:solidFill>
                  <a:srgbClr val="404040"/>
                </a:solidFill>
                <a:latin typeface="MHWTFQ+Trebuchet MS"/>
                <a:cs typeface="MHWTFQ+Trebuchet MS"/>
              </a:rPr>
              <a:t> </a:t>
            </a:r>
            <a:r>
              <a:rPr sz="2400" dirty="0">
                <a:solidFill>
                  <a:srgbClr val="404040"/>
                </a:solidFill>
                <a:latin typeface="MHWTFQ+Trebuchet MS"/>
                <a:cs typeface="MHWTFQ+Trebuchet MS"/>
              </a:rPr>
              <a:t>2 eurá</a:t>
            </a:r>
            <a:r>
              <a:rPr sz="2400" spc="-21" dirty="0">
                <a:solidFill>
                  <a:srgbClr val="404040"/>
                </a:solidFill>
                <a:latin typeface="MHWTFQ+Trebuchet MS"/>
                <a:cs typeface="MHWTFQ+Trebuchet MS"/>
              </a:rPr>
              <a:t> </a:t>
            </a:r>
            <a:r>
              <a:rPr sz="2400" dirty="0">
                <a:solidFill>
                  <a:srgbClr val="404040"/>
                </a:solidFill>
                <a:latin typeface="MHWTFQ+Trebuchet MS"/>
                <a:cs typeface="MHWTFQ+Trebuchet MS"/>
              </a:rPr>
              <a:t>okamžite,</a:t>
            </a:r>
            <a:r>
              <a:rPr sz="2400" spc="-22" dirty="0">
                <a:solidFill>
                  <a:srgbClr val="404040"/>
                </a:solidFill>
                <a:latin typeface="MHWTFQ+Trebuchet MS"/>
                <a:cs typeface="MHWTFQ+Trebuchet MS"/>
              </a:rPr>
              <a:t> </a:t>
            </a:r>
            <a:r>
              <a:rPr sz="2400" dirty="0">
                <a:solidFill>
                  <a:srgbClr val="404040"/>
                </a:solidFill>
                <a:latin typeface="MHWTFQ+Trebuchet MS"/>
                <a:cs typeface="MHWTFQ+Trebuchet MS"/>
              </a:rPr>
              <a:t>alebo </a:t>
            </a:r>
            <a:r>
              <a:rPr sz="2400" spc="-13" dirty="0">
                <a:solidFill>
                  <a:srgbClr val="404040"/>
                </a:solidFill>
                <a:latin typeface="MHWTFQ+Trebuchet MS"/>
                <a:cs typeface="MHWTFQ+Trebuchet MS"/>
              </a:rPr>
              <a:t>10</a:t>
            </a:r>
            <a:r>
              <a:rPr sz="2400" spc="21" dirty="0">
                <a:solidFill>
                  <a:srgbClr val="404040"/>
                </a:solidFill>
                <a:latin typeface="MHWTFQ+Trebuchet MS"/>
                <a:cs typeface="MHWTFQ+Trebuchet MS"/>
              </a:rPr>
              <a:t> </a:t>
            </a:r>
            <a:r>
              <a:rPr sz="2400" dirty="0">
                <a:solidFill>
                  <a:srgbClr val="404040"/>
                </a:solidFill>
                <a:latin typeface="MHWTFQ+Trebuchet MS"/>
                <a:cs typeface="MHWTFQ+Trebuchet MS"/>
              </a:rPr>
              <a:t>eur o týždeň,</a:t>
            </a:r>
          </a:p>
          <a:p>
            <a:pPr marL="2661513" marR="0">
              <a:lnSpc>
                <a:spcPts val="2789"/>
              </a:lnSpc>
              <a:spcBef>
                <a:spcPts val="91"/>
              </a:spcBef>
              <a:spcAft>
                <a:spcPts val="0"/>
              </a:spcAft>
            </a:pPr>
            <a:r>
              <a:rPr sz="2400" spc="11" dirty="0">
                <a:solidFill>
                  <a:srgbClr val="404040"/>
                </a:solidFill>
                <a:latin typeface="MHWTFQ+Trebuchet MS"/>
                <a:cs typeface="MHWTFQ+Trebuchet MS"/>
              </a:rPr>
              <a:t>čo</a:t>
            </a:r>
            <a:r>
              <a:rPr sz="2400" spc="-30" dirty="0">
                <a:solidFill>
                  <a:srgbClr val="404040"/>
                </a:solidFill>
                <a:latin typeface="MHWTFQ+Trebuchet MS"/>
                <a:cs typeface="MHWTFQ+Trebuchet MS"/>
              </a:rPr>
              <a:t> </a:t>
            </a:r>
            <a:r>
              <a:rPr sz="2400" dirty="0">
                <a:solidFill>
                  <a:srgbClr val="404040"/>
                </a:solidFill>
                <a:latin typeface="MHWTFQ+Trebuchet MS"/>
                <a:cs typeface="MHWTFQ+Trebuchet MS"/>
              </a:rPr>
              <a:t>by</a:t>
            </a:r>
            <a:r>
              <a:rPr sz="2400" spc="17" dirty="0">
                <a:solidFill>
                  <a:srgbClr val="404040"/>
                </a:solidFill>
                <a:latin typeface="MHWTFQ+Trebuchet MS"/>
                <a:cs typeface="MHWTFQ+Trebuchet MS"/>
              </a:rPr>
              <a:t> </a:t>
            </a:r>
            <a:r>
              <a:rPr sz="2400" dirty="0">
                <a:solidFill>
                  <a:srgbClr val="404040"/>
                </a:solidFill>
                <a:latin typeface="MHWTFQ+Trebuchet MS"/>
                <a:cs typeface="MHWTFQ+Trebuchet MS"/>
              </a:rPr>
              <a:t>ste uprednostnili?</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769010" y="1475007"/>
            <a:ext cx="8194972" cy="1124141"/>
          </a:xfrm>
          <a:prstGeom prst="rect">
            <a:avLst/>
          </a:prstGeom>
        </p:spPr>
        <p:txBody>
          <a:bodyPr vert="horz" wrap="square" lIns="0" tIns="0" rIns="0" bIns="0" rtlCol="0">
            <a:spAutoFit/>
          </a:bodyPr>
          <a:lstStyle/>
          <a:p>
            <a:pPr marL="0" marR="0">
              <a:lnSpc>
                <a:spcPts val="2789"/>
              </a:lnSpc>
              <a:spcBef>
                <a:spcPts val="0"/>
              </a:spcBef>
              <a:spcAft>
                <a:spcPts val="0"/>
              </a:spcAft>
            </a:pPr>
            <a:r>
              <a:rPr sz="1900" dirty="0">
                <a:solidFill>
                  <a:srgbClr val="5FCBEF"/>
                </a:solidFill>
                <a:latin typeface="BAQUAG+Arial"/>
                <a:cs typeface="BAQUAG+Arial"/>
              </a:rPr>
              <a:t>•</a:t>
            </a:r>
            <a:r>
              <a:rPr sz="1900" spc="1572" dirty="0">
                <a:solidFill>
                  <a:srgbClr val="5FCBEF"/>
                </a:solidFill>
                <a:latin typeface="Times New Roman"/>
                <a:cs typeface="Times New Roman"/>
              </a:rPr>
              <a:t> </a:t>
            </a:r>
            <a:r>
              <a:rPr sz="2400" dirty="0">
                <a:solidFill>
                  <a:srgbClr val="404040"/>
                </a:solidFill>
                <a:latin typeface="MHWTFQ+Trebuchet MS"/>
                <a:cs typeface="MHWTFQ+Trebuchet MS"/>
              </a:rPr>
              <a:t>častejšie</a:t>
            </a:r>
            <a:r>
              <a:rPr sz="2400" spc="-17" dirty="0">
                <a:solidFill>
                  <a:srgbClr val="404040"/>
                </a:solidFill>
                <a:latin typeface="MHWTFQ+Trebuchet MS"/>
                <a:cs typeface="MHWTFQ+Trebuchet MS"/>
              </a:rPr>
              <a:t> </a:t>
            </a:r>
            <a:r>
              <a:rPr sz="2400" dirty="0">
                <a:solidFill>
                  <a:srgbClr val="404040"/>
                </a:solidFill>
                <a:latin typeface="MHWTFQ+Trebuchet MS"/>
                <a:cs typeface="MHWTFQ+Trebuchet MS"/>
              </a:rPr>
              <a:t>volíme</a:t>
            </a:r>
            <a:r>
              <a:rPr sz="2400" spc="-21" dirty="0">
                <a:solidFill>
                  <a:srgbClr val="404040"/>
                </a:solidFill>
                <a:latin typeface="MHWTFQ+Trebuchet MS"/>
                <a:cs typeface="MHWTFQ+Trebuchet MS"/>
              </a:rPr>
              <a:t> </a:t>
            </a:r>
            <a:r>
              <a:rPr sz="2400" dirty="0">
                <a:solidFill>
                  <a:srgbClr val="404040"/>
                </a:solidFill>
                <a:latin typeface="MHWTFQ+Trebuchet MS"/>
                <a:cs typeface="MHWTFQ+Trebuchet MS"/>
              </a:rPr>
              <a:t>menšiu odmenu</a:t>
            </a:r>
            <a:r>
              <a:rPr sz="2400" spc="-50" dirty="0">
                <a:solidFill>
                  <a:srgbClr val="404040"/>
                </a:solidFill>
                <a:latin typeface="MHWTFQ+Trebuchet MS"/>
                <a:cs typeface="MHWTFQ+Trebuchet MS"/>
              </a:rPr>
              <a:t> </a:t>
            </a:r>
            <a:r>
              <a:rPr sz="2400" dirty="0">
                <a:solidFill>
                  <a:srgbClr val="404040"/>
                </a:solidFill>
                <a:latin typeface="MHWTFQ+Trebuchet MS"/>
                <a:cs typeface="MHWTFQ+Trebuchet MS"/>
              </a:rPr>
              <a:t>bezprostredne</a:t>
            </a:r>
            <a:r>
              <a:rPr sz="2400" spc="-23" dirty="0">
                <a:solidFill>
                  <a:srgbClr val="404040"/>
                </a:solidFill>
                <a:latin typeface="MHWTFQ+Trebuchet MS"/>
                <a:cs typeface="MHWTFQ+Trebuchet MS"/>
              </a:rPr>
              <a:t> </a:t>
            </a:r>
            <a:r>
              <a:rPr sz="2400" dirty="0">
                <a:solidFill>
                  <a:srgbClr val="404040"/>
                </a:solidFill>
                <a:latin typeface="MHWTFQ+Trebuchet MS"/>
                <a:cs typeface="MHWTFQ+Trebuchet MS"/>
              </a:rPr>
              <a:t>alebo</a:t>
            </a:r>
            <a:r>
              <a:rPr sz="2400" spc="-16" dirty="0">
                <a:solidFill>
                  <a:srgbClr val="404040"/>
                </a:solidFill>
                <a:latin typeface="MHWTFQ+Trebuchet MS"/>
                <a:cs typeface="MHWTFQ+Trebuchet MS"/>
              </a:rPr>
              <a:t> </a:t>
            </a:r>
            <a:r>
              <a:rPr sz="2400" dirty="0">
                <a:solidFill>
                  <a:srgbClr val="404040"/>
                </a:solidFill>
                <a:latin typeface="MHWTFQ+Trebuchet MS"/>
                <a:cs typeface="MHWTFQ+Trebuchet MS"/>
              </a:rPr>
              <a:t>v</a:t>
            </a:r>
          </a:p>
          <a:p>
            <a:pPr marL="344424" marR="0">
              <a:lnSpc>
                <a:spcPts val="2786"/>
              </a:lnSpc>
              <a:spcBef>
                <a:spcPts val="94"/>
              </a:spcBef>
              <a:spcAft>
                <a:spcPts val="0"/>
              </a:spcAft>
            </a:pPr>
            <a:r>
              <a:rPr sz="2400" dirty="0">
                <a:solidFill>
                  <a:srgbClr val="404040"/>
                </a:solidFill>
                <a:latin typeface="MHWTFQ+Trebuchet MS"/>
                <a:cs typeface="MHWTFQ+Trebuchet MS"/>
              </a:rPr>
              <a:t>krátkej dobe,</a:t>
            </a:r>
            <a:r>
              <a:rPr sz="2400" spc="-27" dirty="0">
                <a:solidFill>
                  <a:srgbClr val="404040"/>
                </a:solidFill>
                <a:latin typeface="MHWTFQ+Trebuchet MS"/>
                <a:cs typeface="MHWTFQ+Trebuchet MS"/>
              </a:rPr>
              <a:t> </a:t>
            </a:r>
            <a:r>
              <a:rPr sz="2400" dirty="0">
                <a:solidFill>
                  <a:srgbClr val="404040"/>
                </a:solidFill>
                <a:latin typeface="MHWTFQ+Trebuchet MS"/>
                <a:cs typeface="MHWTFQ+Trebuchet MS"/>
              </a:rPr>
              <a:t>než</a:t>
            </a:r>
            <a:r>
              <a:rPr sz="2400" spc="-19" dirty="0">
                <a:solidFill>
                  <a:srgbClr val="404040"/>
                </a:solidFill>
                <a:latin typeface="MHWTFQ+Trebuchet MS"/>
                <a:cs typeface="MHWTFQ+Trebuchet MS"/>
              </a:rPr>
              <a:t> </a:t>
            </a:r>
            <a:r>
              <a:rPr sz="2400" dirty="0">
                <a:solidFill>
                  <a:srgbClr val="404040"/>
                </a:solidFill>
                <a:latin typeface="MHWTFQ+Trebuchet MS"/>
                <a:cs typeface="MHWTFQ+Trebuchet MS"/>
              </a:rPr>
              <a:t>väčšiu</a:t>
            </a:r>
            <a:r>
              <a:rPr sz="2400" spc="-24" dirty="0">
                <a:solidFill>
                  <a:srgbClr val="404040"/>
                </a:solidFill>
                <a:latin typeface="MHWTFQ+Trebuchet MS"/>
                <a:cs typeface="MHWTFQ+Trebuchet MS"/>
              </a:rPr>
              <a:t> </a:t>
            </a:r>
            <a:r>
              <a:rPr sz="2400" dirty="0">
                <a:solidFill>
                  <a:srgbClr val="404040"/>
                </a:solidFill>
                <a:latin typeface="MHWTFQ+Trebuchet MS"/>
                <a:cs typeface="MHWTFQ+Trebuchet MS"/>
              </a:rPr>
              <a:t>odmenu</a:t>
            </a:r>
            <a:r>
              <a:rPr sz="2400" spc="-50" dirty="0">
                <a:solidFill>
                  <a:srgbClr val="404040"/>
                </a:solidFill>
                <a:latin typeface="MHWTFQ+Trebuchet MS"/>
                <a:cs typeface="MHWTFQ+Trebuchet MS"/>
              </a:rPr>
              <a:t> </a:t>
            </a:r>
            <a:r>
              <a:rPr sz="2400" dirty="0">
                <a:solidFill>
                  <a:srgbClr val="404040"/>
                </a:solidFill>
                <a:latin typeface="MHWTFQ+Trebuchet MS"/>
                <a:cs typeface="MHWTFQ+Trebuchet MS"/>
              </a:rPr>
              <a:t>po dlhšej dobe</a:t>
            </a:r>
            <a:r>
              <a:rPr sz="2400" spc="-25" dirty="0">
                <a:solidFill>
                  <a:srgbClr val="404040"/>
                </a:solidFill>
                <a:latin typeface="MHWTFQ+Trebuchet MS"/>
                <a:cs typeface="MHWTFQ+Trebuchet MS"/>
              </a:rPr>
              <a:t> </a:t>
            </a:r>
            <a:r>
              <a:rPr sz="2400" dirty="0">
                <a:solidFill>
                  <a:srgbClr val="404040"/>
                </a:solidFill>
                <a:latin typeface="MHWTFQ+Trebuchet MS"/>
                <a:cs typeface="MHWTFQ+Trebuchet MS"/>
              </a:rPr>
              <a:t>(najmä</a:t>
            </a:r>
          </a:p>
          <a:p>
            <a:pPr marL="344424" marR="0">
              <a:lnSpc>
                <a:spcPts val="2789"/>
              </a:lnSpc>
              <a:spcBef>
                <a:spcPts val="91"/>
              </a:spcBef>
              <a:spcAft>
                <a:spcPts val="0"/>
              </a:spcAft>
            </a:pPr>
            <a:r>
              <a:rPr sz="2400" dirty="0">
                <a:solidFill>
                  <a:srgbClr val="404040"/>
                </a:solidFill>
                <a:latin typeface="FPBUOD+Trebuchet MS"/>
                <a:cs typeface="FPBUOD+Trebuchet MS"/>
              </a:rPr>
              <a:t>deti)</a:t>
            </a:r>
          </a:p>
        </p:txBody>
      </p:sp>
      <p:sp>
        <p:nvSpPr>
          <p:cNvPr id="4" name="object 4"/>
          <p:cNvSpPr txBox="1"/>
          <p:nvPr/>
        </p:nvSpPr>
        <p:spPr>
          <a:xfrm>
            <a:off x="769010" y="2701097"/>
            <a:ext cx="7482288" cy="392013"/>
          </a:xfrm>
          <a:prstGeom prst="rect">
            <a:avLst/>
          </a:prstGeom>
        </p:spPr>
        <p:txBody>
          <a:bodyPr vert="horz" wrap="square" lIns="0" tIns="0" rIns="0" bIns="0" rtlCol="0">
            <a:spAutoFit/>
          </a:bodyPr>
          <a:lstStyle/>
          <a:p>
            <a:pPr marL="0" marR="0">
              <a:lnSpc>
                <a:spcPts val="2786"/>
              </a:lnSpc>
              <a:spcBef>
                <a:spcPts val="0"/>
              </a:spcBef>
              <a:spcAft>
                <a:spcPts val="0"/>
              </a:spcAft>
            </a:pPr>
            <a:r>
              <a:rPr sz="1900" dirty="0">
                <a:solidFill>
                  <a:srgbClr val="5FCBEF"/>
                </a:solidFill>
                <a:latin typeface="BAQUAG+Arial"/>
                <a:cs typeface="BAQUAG+Arial"/>
              </a:rPr>
              <a:t>•</a:t>
            </a:r>
            <a:r>
              <a:rPr sz="1900" spc="1572" dirty="0">
                <a:solidFill>
                  <a:srgbClr val="5FCBEF"/>
                </a:solidFill>
                <a:latin typeface="Times New Roman"/>
                <a:cs typeface="Times New Roman"/>
              </a:rPr>
              <a:t> </a:t>
            </a:r>
            <a:r>
              <a:rPr sz="2400" dirty="0">
                <a:solidFill>
                  <a:srgbClr val="404040"/>
                </a:solidFill>
                <a:latin typeface="MHWTFQ+Trebuchet MS"/>
                <a:cs typeface="MHWTFQ+Trebuchet MS"/>
              </a:rPr>
              <a:t>na rozhodovaní</a:t>
            </a:r>
            <a:r>
              <a:rPr sz="2400" spc="-69" dirty="0">
                <a:solidFill>
                  <a:srgbClr val="404040"/>
                </a:solidFill>
                <a:latin typeface="MHWTFQ+Trebuchet MS"/>
                <a:cs typeface="MHWTFQ+Trebuchet MS"/>
              </a:rPr>
              <a:t> </a:t>
            </a:r>
            <a:r>
              <a:rPr sz="2400" spc="-11" dirty="0">
                <a:solidFill>
                  <a:srgbClr val="404040"/>
                </a:solidFill>
                <a:latin typeface="MHWTFQ+Trebuchet MS"/>
                <a:cs typeface="MHWTFQ+Trebuchet MS"/>
              </a:rPr>
              <a:t>sa</a:t>
            </a:r>
            <a:r>
              <a:rPr sz="2400" spc="39" dirty="0">
                <a:solidFill>
                  <a:srgbClr val="404040"/>
                </a:solidFill>
                <a:latin typeface="MHWTFQ+Trebuchet MS"/>
                <a:cs typeface="MHWTFQ+Trebuchet MS"/>
              </a:rPr>
              <a:t> </a:t>
            </a:r>
            <a:r>
              <a:rPr sz="2400" dirty="0">
                <a:solidFill>
                  <a:srgbClr val="404040"/>
                </a:solidFill>
                <a:latin typeface="MHWTFQ+Trebuchet MS"/>
                <a:cs typeface="MHWTFQ+Trebuchet MS"/>
              </a:rPr>
              <a:t>podieľajú</a:t>
            </a:r>
            <a:r>
              <a:rPr sz="2400" spc="-41" dirty="0">
                <a:solidFill>
                  <a:srgbClr val="404040"/>
                </a:solidFill>
                <a:latin typeface="MHWTFQ+Trebuchet MS"/>
                <a:cs typeface="MHWTFQ+Trebuchet MS"/>
              </a:rPr>
              <a:t> </a:t>
            </a:r>
            <a:r>
              <a:rPr sz="2400" dirty="0">
                <a:solidFill>
                  <a:srgbClr val="404040"/>
                </a:solidFill>
                <a:latin typeface="MHWTFQ+Trebuchet MS"/>
                <a:cs typeface="MHWTFQ+Trebuchet MS"/>
              </a:rPr>
              <a:t>dva</a:t>
            </a:r>
            <a:r>
              <a:rPr sz="2400" spc="-21" dirty="0">
                <a:solidFill>
                  <a:srgbClr val="404040"/>
                </a:solidFill>
                <a:latin typeface="MHWTFQ+Trebuchet MS"/>
                <a:cs typeface="MHWTFQ+Trebuchet MS"/>
              </a:rPr>
              <a:t> </a:t>
            </a:r>
            <a:r>
              <a:rPr sz="2400" dirty="0">
                <a:solidFill>
                  <a:srgbClr val="404040"/>
                </a:solidFill>
                <a:latin typeface="MHWTFQ+Trebuchet MS"/>
                <a:cs typeface="MHWTFQ+Trebuchet MS"/>
              </a:rPr>
              <a:t>základné</a:t>
            </a:r>
            <a:r>
              <a:rPr sz="2400" spc="28" dirty="0">
                <a:solidFill>
                  <a:srgbClr val="404040"/>
                </a:solidFill>
                <a:latin typeface="MHWTFQ+Trebuchet MS"/>
                <a:cs typeface="MHWTFQ+Trebuchet MS"/>
              </a:rPr>
              <a:t> </a:t>
            </a:r>
            <a:r>
              <a:rPr sz="2400" dirty="0">
                <a:solidFill>
                  <a:srgbClr val="404040"/>
                </a:solidFill>
                <a:latin typeface="MHWTFQ+Trebuchet MS"/>
                <a:cs typeface="MHWTFQ+Trebuchet MS"/>
              </a:rPr>
              <a:t>systémy:</a:t>
            </a:r>
          </a:p>
        </p:txBody>
      </p:sp>
      <p:sp>
        <p:nvSpPr>
          <p:cNvPr id="5" name="object 5"/>
          <p:cNvSpPr txBox="1"/>
          <p:nvPr/>
        </p:nvSpPr>
        <p:spPr>
          <a:xfrm>
            <a:off x="769010" y="3192206"/>
            <a:ext cx="8429625" cy="1123787"/>
          </a:xfrm>
          <a:prstGeom prst="rect">
            <a:avLst/>
          </a:prstGeom>
        </p:spPr>
        <p:txBody>
          <a:bodyPr vert="horz" wrap="square" lIns="0" tIns="0" rIns="0" bIns="0" rtlCol="0">
            <a:spAutoFit/>
          </a:bodyPr>
          <a:lstStyle/>
          <a:p>
            <a:pPr marL="0" marR="0">
              <a:lnSpc>
                <a:spcPts val="2786"/>
              </a:lnSpc>
              <a:spcBef>
                <a:spcPts val="0"/>
              </a:spcBef>
              <a:spcAft>
                <a:spcPts val="0"/>
              </a:spcAft>
            </a:pPr>
            <a:r>
              <a:rPr sz="1900" dirty="0">
                <a:solidFill>
                  <a:srgbClr val="5FCBEF"/>
                </a:solidFill>
                <a:latin typeface="UOKHAD+Wingdings"/>
                <a:cs typeface="UOKHAD+Wingdings"/>
              </a:rPr>
              <a:t></a:t>
            </a:r>
            <a:r>
              <a:rPr sz="1900" spc="544" dirty="0">
                <a:solidFill>
                  <a:srgbClr val="5FCBEF"/>
                </a:solidFill>
                <a:latin typeface="Times New Roman"/>
                <a:cs typeface="Times New Roman"/>
              </a:rPr>
              <a:t> </a:t>
            </a:r>
            <a:r>
              <a:rPr sz="2400" spc="-11" dirty="0">
                <a:solidFill>
                  <a:srgbClr val="404040"/>
                </a:solidFill>
                <a:latin typeface="MHWTFQ+Trebuchet MS"/>
                <a:cs typeface="MHWTFQ+Trebuchet MS"/>
              </a:rPr>
              <a:t>„</a:t>
            </a:r>
            <a:r>
              <a:rPr sz="2400" b="1" dirty="0">
                <a:solidFill>
                  <a:srgbClr val="404040"/>
                </a:solidFill>
                <a:latin typeface="GIAWCR+Trebuchet MS Bold"/>
                <a:cs typeface="GIAWCR+Trebuchet MS Bold"/>
              </a:rPr>
              <a:t>impulzívny systém</a:t>
            </a:r>
            <a:r>
              <a:rPr sz="2400" dirty="0">
                <a:solidFill>
                  <a:srgbClr val="404040"/>
                </a:solidFill>
                <a:latin typeface="MHWTFQ+Trebuchet MS"/>
                <a:cs typeface="MHWTFQ+Trebuchet MS"/>
              </a:rPr>
              <a:t>“</a:t>
            </a:r>
            <a:r>
              <a:rPr sz="2400" spc="12" dirty="0">
                <a:solidFill>
                  <a:srgbClr val="404040"/>
                </a:solidFill>
                <a:latin typeface="MHWTFQ+Trebuchet MS"/>
                <a:cs typeface="MHWTFQ+Trebuchet MS"/>
              </a:rPr>
              <a:t> </a:t>
            </a:r>
            <a:r>
              <a:rPr sz="2400" dirty="0">
                <a:solidFill>
                  <a:srgbClr val="404040"/>
                </a:solidFill>
                <a:latin typeface="MHWTFQ+Trebuchet MS"/>
                <a:cs typeface="MHWTFQ+Trebuchet MS"/>
              </a:rPr>
              <a:t>–</a:t>
            </a:r>
            <a:r>
              <a:rPr sz="2400" spc="28" dirty="0">
                <a:solidFill>
                  <a:srgbClr val="404040"/>
                </a:solidFill>
                <a:latin typeface="MHWTFQ+Trebuchet MS"/>
                <a:cs typeface="MHWTFQ+Trebuchet MS"/>
              </a:rPr>
              <a:t> </a:t>
            </a:r>
            <a:r>
              <a:rPr sz="2400" dirty="0">
                <a:solidFill>
                  <a:srgbClr val="404040"/>
                </a:solidFill>
                <a:latin typeface="MHWTFQ+Trebuchet MS"/>
                <a:cs typeface="MHWTFQ+Trebuchet MS"/>
              </a:rPr>
              <a:t>znižuje</a:t>
            </a:r>
            <a:r>
              <a:rPr sz="2400" spc="-11" dirty="0">
                <a:solidFill>
                  <a:srgbClr val="404040"/>
                </a:solidFill>
                <a:latin typeface="MHWTFQ+Trebuchet MS"/>
                <a:cs typeface="MHWTFQ+Trebuchet MS"/>
              </a:rPr>
              <a:t> </a:t>
            </a:r>
            <a:r>
              <a:rPr sz="2400" dirty="0">
                <a:solidFill>
                  <a:srgbClr val="404040"/>
                </a:solidFill>
                <a:latin typeface="MHWTFQ+Trebuchet MS"/>
                <a:cs typeface="MHWTFQ+Trebuchet MS"/>
              </a:rPr>
              <a:t>pocit</a:t>
            </a:r>
            <a:r>
              <a:rPr sz="2400" spc="-52" dirty="0">
                <a:solidFill>
                  <a:srgbClr val="404040"/>
                </a:solidFill>
                <a:latin typeface="MHWTFQ+Trebuchet MS"/>
                <a:cs typeface="MHWTFQ+Trebuchet MS"/>
              </a:rPr>
              <a:t> </a:t>
            </a:r>
            <a:r>
              <a:rPr sz="2400" spc="-39" dirty="0">
                <a:solidFill>
                  <a:srgbClr val="404040"/>
                </a:solidFill>
                <a:latin typeface="MHWTFQ+Trebuchet MS"/>
                <a:cs typeface="MHWTFQ+Trebuchet MS"/>
              </a:rPr>
              <a:t>odmeny,</a:t>
            </a:r>
            <a:r>
              <a:rPr sz="2400" spc="18" dirty="0">
                <a:solidFill>
                  <a:srgbClr val="404040"/>
                </a:solidFill>
                <a:latin typeface="MHWTFQ+Trebuchet MS"/>
                <a:cs typeface="MHWTFQ+Trebuchet MS"/>
              </a:rPr>
              <a:t> </a:t>
            </a:r>
            <a:r>
              <a:rPr sz="2400" dirty="0">
                <a:solidFill>
                  <a:srgbClr val="404040"/>
                </a:solidFill>
                <a:latin typeface="MHWTFQ+Trebuchet MS"/>
                <a:cs typeface="MHWTFQ+Trebuchet MS"/>
              </a:rPr>
              <a:t>ktorý</a:t>
            </a:r>
            <a:r>
              <a:rPr sz="2400" spc="13" dirty="0">
                <a:solidFill>
                  <a:srgbClr val="404040"/>
                </a:solidFill>
                <a:latin typeface="MHWTFQ+Trebuchet MS"/>
                <a:cs typeface="MHWTFQ+Trebuchet MS"/>
              </a:rPr>
              <a:t> </a:t>
            </a:r>
            <a:r>
              <a:rPr sz="2400" dirty="0">
                <a:solidFill>
                  <a:srgbClr val="404040"/>
                </a:solidFill>
                <a:latin typeface="MHWTFQ+Trebuchet MS"/>
                <a:cs typeface="MHWTFQ+Trebuchet MS"/>
              </a:rPr>
              <a:t>nie</a:t>
            </a:r>
            <a:r>
              <a:rPr sz="2400" spc="-26" dirty="0">
                <a:solidFill>
                  <a:srgbClr val="404040"/>
                </a:solidFill>
                <a:latin typeface="MHWTFQ+Trebuchet MS"/>
                <a:cs typeface="MHWTFQ+Trebuchet MS"/>
              </a:rPr>
              <a:t> </a:t>
            </a:r>
            <a:r>
              <a:rPr sz="2400" dirty="0">
                <a:solidFill>
                  <a:srgbClr val="404040"/>
                </a:solidFill>
                <a:latin typeface="MHWTFQ+Trebuchet MS"/>
                <a:cs typeface="MHWTFQ+Trebuchet MS"/>
              </a:rPr>
              <a:t>je</a:t>
            </a:r>
          </a:p>
          <a:p>
            <a:pPr marL="344424" marR="0">
              <a:lnSpc>
                <a:spcPts val="2789"/>
              </a:lnSpc>
              <a:spcBef>
                <a:spcPts val="91"/>
              </a:spcBef>
              <a:spcAft>
                <a:spcPts val="0"/>
              </a:spcAft>
            </a:pPr>
            <a:r>
              <a:rPr sz="2400" dirty="0">
                <a:solidFill>
                  <a:srgbClr val="404040"/>
                </a:solidFill>
                <a:latin typeface="MHWTFQ+Trebuchet MS"/>
                <a:cs typeface="MHWTFQ+Trebuchet MS"/>
              </a:rPr>
              <a:t>bezprostredne</a:t>
            </a:r>
            <a:r>
              <a:rPr sz="2400" spc="-23" dirty="0">
                <a:solidFill>
                  <a:srgbClr val="404040"/>
                </a:solidFill>
                <a:latin typeface="MHWTFQ+Trebuchet MS"/>
                <a:cs typeface="MHWTFQ+Trebuchet MS"/>
              </a:rPr>
              <a:t> </a:t>
            </a:r>
            <a:r>
              <a:rPr sz="2400" dirty="0">
                <a:solidFill>
                  <a:srgbClr val="404040"/>
                </a:solidFill>
                <a:latin typeface="MHWTFQ+Trebuchet MS"/>
                <a:cs typeface="MHWTFQ+Trebuchet MS"/>
              </a:rPr>
              <a:t>dostupný</a:t>
            </a:r>
            <a:r>
              <a:rPr sz="2400" spc="-37" dirty="0">
                <a:solidFill>
                  <a:srgbClr val="404040"/>
                </a:solidFill>
                <a:latin typeface="MHWTFQ+Trebuchet MS"/>
                <a:cs typeface="MHWTFQ+Trebuchet MS"/>
              </a:rPr>
              <a:t> </a:t>
            </a:r>
            <a:r>
              <a:rPr sz="2400" dirty="0">
                <a:solidFill>
                  <a:srgbClr val="404040"/>
                </a:solidFill>
                <a:latin typeface="MHWTFQ+Trebuchet MS"/>
                <a:cs typeface="MHWTFQ+Trebuchet MS"/>
              </a:rPr>
              <a:t>(aktivita</a:t>
            </a:r>
            <a:r>
              <a:rPr sz="2400" spc="-48" dirty="0">
                <a:solidFill>
                  <a:srgbClr val="404040"/>
                </a:solidFill>
                <a:latin typeface="MHWTFQ+Trebuchet MS"/>
                <a:cs typeface="MHWTFQ+Trebuchet MS"/>
              </a:rPr>
              <a:t> </a:t>
            </a:r>
            <a:r>
              <a:rPr sz="2400" dirty="0">
                <a:solidFill>
                  <a:srgbClr val="404040"/>
                </a:solidFill>
                <a:latin typeface="MHWTFQ+Trebuchet MS"/>
                <a:cs typeface="MHWTFQ+Trebuchet MS"/>
              </a:rPr>
              <a:t>niektorých</a:t>
            </a:r>
            <a:r>
              <a:rPr sz="2400" spc="-25" dirty="0">
                <a:solidFill>
                  <a:srgbClr val="404040"/>
                </a:solidFill>
                <a:latin typeface="MHWTFQ+Trebuchet MS"/>
                <a:cs typeface="MHWTFQ+Trebuchet MS"/>
              </a:rPr>
              <a:t> </a:t>
            </a:r>
            <a:r>
              <a:rPr sz="2400" dirty="0">
                <a:solidFill>
                  <a:srgbClr val="404040"/>
                </a:solidFill>
                <a:latin typeface="MHWTFQ+Trebuchet MS"/>
                <a:cs typeface="MHWTFQ+Trebuchet MS"/>
              </a:rPr>
              <a:t>oblastí</a:t>
            </a:r>
          </a:p>
          <a:p>
            <a:pPr marL="344424" marR="0">
              <a:lnSpc>
                <a:spcPts val="2786"/>
              </a:lnSpc>
              <a:spcBef>
                <a:spcPts val="44"/>
              </a:spcBef>
              <a:spcAft>
                <a:spcPts val="0"/>
              </a:spcAft>
            </a:pPr>
            <a:r>
              <a:rPr sz="2400" dirty="0">
                <a:solidFill>
                  <a:srgbClr val="404040"/>
                </a:solidFill>
                <a:latin typeface="MHWTFQ+Trebuchet MS"/>
                <a:cs typeface="MHWTFQ+Trebuchet MS"/>
              </a:rPr>
              <a:t>centrálneho</a:t>
            </a:r>
            <a:r>
              <a:rPr sz="2400" spc="-50" dirty="0">
                <a:solidFill>
                  <a:srgbClr val="404040"/>
                </a:solidFill>
                <a:latin typeface="MHWTFQ+Trebuchet MS"/>
                <a:cs typeface="MHWTFQ+Trebuchet MS"/>
              </a:rPr>
              <a:t> </a:t>
            </a:r>
            <a:r>
              <a:rPr sz="2400" dirty="0">
                <a:solidFill>
                  <a:srgbClr val="404040"/>
                </a:solidFill>
                <a:latin typeface="MHWTFQ+Trebuchet MS"/>
                <a:cs typeface="MHWTFQ+Trebuchet MS"/>
              </a:rPr>
              <a:t>systému odmeny)</a:t>
            </a:r>
          </a:p>
        </p:txBody>
      </p:sp>
      <p:sp>
        <p:nvSpPr>
          <p:cNvPr id="6" name="object 6"/>
          <p:cNvSpPr txBox="1"/>
          <p:nvPr/>
        </p:nvSpPr>
        <p:spPr>
          <a:xfrm>
            <a:off x="769010" y="4418137"/>
            <a:ext cx="8025850" cy="1123787"/>
          </a:xfrm>
          <a:prstGeom prst="rect">
            <a:avLst/>
          </a:prstGeom>
        </p:spPr>
        <p:txBody>
          <a:bodyPr vert="horz" wrap="square" lIns="0" tIns="0" rIns="0" bIns="0" rtlCol="0">
            <a:spAutoFit/>
          </a:bodyPr>
          <a:lstStyle/>
          <a:p>
            <a:pPr marL="0" marR="0">
              <a:lnSpc>
                <a:spcPts val="2786"/>
              </a:lnSpc>
              <a:spcBef>
                <a:spcPts val="0"/>
              </a:spcBef>
              <a:spcAft>
                <a:spcPts val="0"/>
              </a:spcAft>
            </a:pPr>
            <a:r>
              <a:rPr sz="1900" dirty="0">
                <a:solidFill>
                  <a:srgbClr val="5FCBEF"/>
                </a:solidFill>
                <a:latin typeface="UOKHAD+Wingdings"/>
                <a:cs typeface="UOKHAD+Wingdings"/>
              </a:rPr>
              <a:t></a:t>
            </a:r>
            <a:r>
              <a:rPr sz="1900" spc="544" dirty="0">
                <a:solidFill>
                  <a:srgbClr val="5FCBEF"/>
                </a:solidFill>
                <a:latin typeface="Times New Roman"/>
                <a:cs typeface="Times New Roman"/>
              </a:rPr>
              <a:t> </a:t>
            </a:r>
            <a:r>
              <a:rPr sz="2400" spc="-11" dirty="0">
                <a:solidFill>
                  <a:srgbClr val="404040"/>
                </a:solidFill>
                <a:latin typeface="MHWTFQ+Trebuchet MS"/>
                <a:cs typeface="MHWTFQ+Trebuchet MS"/>
              </a:rPr>
              <a:t>„</a:t>
            </a:r>
            <a:r>
              <a:rPr sz="2400" b="1" dirty="0">
                <a:solidFill>
                  <a:srgbClr val="404040"/>
                </a:solidFill>
                <a:latin typeface="GIAWCR+Trebuchet MS Bold"/>
                <a:cs typeface="GIAWCR+Trebuchet MS Bold"/>
              </a:rPr>
              <a:t>systém</a:t>
            </a:r>
            <a:r>
              <a:rPr sz="2400" b="1" spc="17" dirty="0">
                <a:solidFill>
                  <a:srgbClr val="404040"/>
                </a:solidFill>
                <a:latin typeface="GIAWCR+Trebuchet MS Bold"/>
                <a:cs typeface="GIAWCR+Trebuchet MS Bold"/>
              </a:rPr>
              <a:t> </a:t>
            </a:r>
            <a:r>
              <a:rPr sz="2400" b="1" dirty="0">
                <a:solidFill>
                  <a:srgbClr val="404040"/>
                </a:solidFill>
                <a:latin typeface="GIAWCR+Trebuchet MS Bold"/>
                <a:cs typeface="GIAWCR+Trebuchet MS Bold"/>
              </a:rPr>
              <a:t>trpezlivosti</a:t>
            </a:r>
            <a:r>
              <a:rPr sz="2400" dirty="0">
                <a:solidFill>
                  <a:srgbClr val="404040"/>
                </a:solidFill>
                <a:latin typeface="MHWTFQ+Trebuchet MS"/>
                <a:cs typeface="MHWTFQ+Trebuchet MS"/>
              </a:rPr>
              <a:t>“</a:t>
            </a:r>
            <a:r>
              <a:rPr sz="2400" spc="-12" dirty="0">
                <a:solidFill>
                  <a:srgbClr val="404040"/>
                </a:solidFill>
                <a:latin typeface="MHWTFQ+Trebuchet MS"/>
                <a:cs typeface="MHWTFQ+Trebuchet MS"/>
              </a:rPr>
              <a:t> </a:t>
            </a:r>
            <a:r>
              <a:rPr sz="2400" dirty="0">
                <a:solidFill>
                  <a:srgbClr val="404040"/>
                </a:solidFill>
                <a:latin typeface="MHWTFQ+Trebuchet MS"/>
                <a:cs typeface="MHWTFQ+Trebuchet MS"/>
              </a:rPr>
              <a:t>– je</a:t>
            </a:r>
            <a:r>
              <a:rPr sz="2400" spc="-12" dirty="0">
                <a:solidFill>
                  <a:srgbClr val="404040"/>
                </a:solidFill>
                <a:latin typeface="MHWTFQ+Trebuchet MS"/>
                <a:cs typeface="MHWTFQ+Trebuchet MS"/>
              </a:rPr>
              <a:t> </a:t>
            </a:r>
            <a:r>
              <a:rPr sz="2400" dirty="0">
                <a:solidFill>
                  <a:srgbClr val="404040"/>
                </a:solidFill>
                <a:latin typeface="MHWTFQ+Trebuchet MS"/>
                <a:cs typeface="MHWTFQ+Trebuchet MS"/>
              </a:rPr>
              <a:t>vo vyhodnocovaní</a:t>
            </a:r>
            <a:r>
              <a:rPr sz="2400" spc="-70" dirty="0">
                <a:solidFill>
                  <a:srgbClr val="404040"/>
                </a:solidFill>
                <a:latin typeface="MHWTFQ+Trebuchet MS"/>
                <a:cs typeface="MHWTFQ+Trebuchet MS"/>
              </a:rPr>
              <a:t> </a:t>
            </a:r>
            <a:r>
              <a:rPr sz="2400" dirty="0">
                <a:solidFill>
                  <a:srgbClr val="404040"/>
                </a:solidFill>
                <a:latin typeface="MHWTFQ+Trebuchet MS"/>
                <a:cs typeface="MHWTFQ+Trebuchet MS"/>
              </a:rPr>
              <a:t>odloženej</a:t>
            </a:r>
          </a:p>
          <a:p>
            <a:pPr marL="344424" marR="0">
              <a:lnSpc>
                <a:spcPts val="2786"/>
              </a:lnSpc>
              <a:spcBef>
                <a:spcPts val="93"/>
              </a:spcBef>
              <a:spcAft>
                <a:spcPts val="0"/>
              </a:spcAft>
            </a:pPr>
            <a:r>
              <a:rPr sz="2400" dirty="0">
                <a:solidFill>
                  <a:srgbClr val="404040"/>
                </a:solidFill>
                <a:latin typeface="MHWTFQ+Trebuchet MS"/>
                <a:cs typeface="MHWTFQ+Trebuchet MS"/>
              </a:rPr>
              <a:t>odmeny</a:t>
            </a:r>
            <a:r>
              <a:rPr sz="2400" spc="-40" dirty="0">
                <a:solidFill>
                  <a:srgbClr val="404040"/>
                </a:solidFill>
                <a:latin typeface="MHWTFQ+Trebuchet MS"/>
                <a:cs typeface="MHWTFQ+Trebuchet MS"/>
              </a:rPr>
              <a:t> </a:t>
            </a:r>
            <a:r>
              <a:rPr sz="2400" dirty="0">
                <a:solidFill>
                  <a:srgbClr val="404040"/>
                </a:solidFill>
                <a:latin typeface="MHWTFQ+Trebuchet MS"/>
                <a:cs typeface="MHWTFQ+Trebuchet MS"/>
              </a:rPr>
              <a:t>opatrnejší</a:t>
            </a:r>
            <a:r>
              <a:rPr sz="2400" spc="-49" dirty="0">
                <a:solidFill>
                  <a:srgbClr val="404040"/>
                </a:solidFill>
                <a:latin typeface="MHWTFQ+Trebuchet MS"/>
                <a:cs typeface="MHWTFQ+Trebuchet MS"/>
              </a:rPr>
              <a:t> </a:t>
            </a:r>
            <a:r>
              <a:rPr sz="2400" dirty="0">
                <a:solidFill>
                  <a:srgbClr val="404040"/>
                </a:solidFill>
                <a:latin typeface="MHWTFQ+Trebuchet MS"/>
                <a:cs typeface="MHWTFQ+Trebuchet MS"/>
              </a:rPr>
              <a:t>(aktivita</a:t>
            </a:r>
            <a:r>
              <a:rPr sz="2400" spc="-23" dirty="0">
                <a:solidFill>
                  <a:srgbClr val="404040"/>
                </a:solidFill>
                <a:latin typeface="MHWTFQ+Trebuchet MS"/>
                <a:cs typeface="MHWTFQ+Trebuchet MS"/>
              </a:rPr>
              <a:t> </a:t>
            </a:r>
            <a:r>
              <a:rPr sz="2400" dirty="0">
                <a:solidFill>
                  <a:srgbClr val="404040"/>
                </a:solidFill>
                <a:latin typeface="MHWTFQ+Trebuchet MS"/>
                <a:cs typeface="MHWTFQ+Trebuchet MS"/>
              </a:rPr>
              <a:t>uzlov sietí,</a:t>
            </a:r>
            <a:r>
              <a:rPr sz="2400" spc="-24" dirty="0">
                <a:solidFill>
                  <a:srgbClr val="404040"/>
                </a:solidFill>
                <a:latin typeface="MHWTFQ+Trebuchet MS"/>
                <a:cs typeface="MHWTFQ+Trebuchet MS"/>
              </a:rPr>
              <a:t> </a:t>
            </a:r>
            <a:r>
              <a:rPr sz="2400" dirty="0">
                <a:solidFill>
                  <a:srgbClr val="404040"/>
                </a:solidFill>
                <a:latin typeface="MHWTFQ+Trebuchet MS"/>
                <a:cs typeface="MHWTFQ+Trebuchet MS"/>
              </a:rPr>
              <a:t>ktoré</a:t>
            </a:r>
            <a:r>
              <a:rPr sz="2400" spc="10" dirty="0">
                <a:solidFill>
                  <a:srgbClr val="404040"/>
                </a:solidFill>
                <a:latin typeface="MHWTFQ+Trebuchet MS"/>
                <a:cs typeface="MHWTFQ+Trebuchet MS"/>
              </a:rPr>
              <a:t> </a:t>
            </a:r>
            <a:r>
              <a:rPr sz="2400" dirty="0">
                <a:solidFill>
                  <a:srgbClr val="404040"/>
                </a:solidFill>
                <a:latin typeface="MHWTFQ+Trebuchet MS"/>
                <a:cs typeface="MHWTFQ+Trebuchet MS"/>
              </a:rPr>
              <a:t>riešia</a:t>
            </a:r>
          </a:p>
          <a:p>
            <a:pPr marL="344424" marR="0">
              <a:lnSpc>
                <a:spcPts val="2786"/>
              </a:lnSpc>
              <a:spcBef>
                <a:spcPts val="45"/>
              </a:spcBef>
              <a:spcAft>
                <a:spcPts val="0"/>
              </a:spcAft>
            </a:pPr>
            <a:r>
              <a:rPr sz="2400" dirty="0">
                <a:solidFill>
                  <a:srgbClr val="404040"/>
                </a:solidFill>
                <a:latin typeface="MHWTFQ+Trebuchet MS"/>
                <a:cs typeface="MHWTFQ+Trebuchet MS"/>
              </a:rPr>
              <a:t>poznávacie</a:t>
            </a:r>
            <a:r>
              <a:rPr sz="2400" spc="-47" dirty="0">
                <a:solidFill>
                  <a:srgbClr val="404040"/>
                </a:solidFill>
                <a:latin typeface="MHWTFQ+Trebuchet MS"/>
                <a:cs typeface="MHWTFQ+Trebuchet MS"/>
              </a:rPr>
              <a:t> </a:t>
            </a:r>
            <a:r>
              <a:rPr sz="2400" dirty="0">
                <a:solidFill>
                  <a:srgbClr val="404040"/>
                </a:solidFill>
                <a:latin typeface="MHWTFQ+Trebuchet MS"/>
                <a:cs typeface="MHWTFQ+Trebuchet MS"/>
              </a:rPr>
              <a:t>problémy)</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769010" y="671668"/>
            <a:ext cx="3967194" cy="568969"/>
          </a:xfrm>
          <a:prstGeom prst="rect">
            <a:avLst/>
          </a:prstGeom>
        </p:spPr>
        <p:txBody>
          <a:bodyPr vert="horz" wrap="square" lIns="0" tIns="0" rIns="0" bIns="0" rtlCol="0">
            <a:spAutoFit/>
          </a:bodyPr>
          <a:lstStyle/>
          <a:p>
            <a:pPr marL="0" marR="0">
              <a:lnSpc>
                <a:spcPts val="4180"/>
              </a:lnSpc>
              <a:spcBef>
                <a:spcPts val="0"/>
              </a:spcBef>
              <a:spcAft>
                <a:spcPts val="0"/>
              </a:spcAft>
            </a:pPr>
            <a:r>
              <a:rPr sz="3600" dirty="0">
                <a:solidFill>
                  <a:srgbClr val="5FCBEF"/>
                </a:solidFill>
                <a:latin typeface="FPBUOD+Trebuchet MS"/>
                <a:cs typeface="FPBUOD+Trebuchet MS"/>
              </a:rPr>
              <a:t>Marschmallow</a:t>
            </a:r>
            <a:r>
              <a:rPr sz="3600" spc="34" dirty="0">
                <a:solidFill>
                  <a:srgbClr val="5FCBEF"/>
                </a:solidFill>
                <a:latin typeface="FPBUOD+Trebuchet MS"/>
                <a:cs typeface="FPBUOD+Trebuchet MS"/>
              </a:rPr>
              <a:t> </a:t>
            </a:r>
            <a:r>
              <a:rPr sz="3600" dirty="0">
                <a:solidFill>
                  <a:srgbClr val="5FCBEF"/>
                </a:solidFill>
                <a:latin typeface="FPBUOD+Trebuchet MS"/>
                <a:cs typeface="FPBUOD+Trebuchet MS"/>
              </a:rPr>
              <a:t>test</a:t>
            </a:r>
          </a:p>
        </p:txBody>
      </p:sp>
      <p:sp>
        <p:nvSpPr>
          <p:cNvPr id="4" name="object 4"/>
          <p:cNvSpPr txBox="1"/>
          <p:nvPr/>
        </p:nvSpPr>
        <p:spPr>
          <a:xfrm>
            <a:off x="769010" y="1985119"/>
            <a:ext cx="5726454" cy="303534"/>
          </a:xfrm>
          <a:prstGeom prst="rect">
            <a:avLst/>
          </a:prstGeom>
        </p:spPr>
        <p:txBody>
          <a:bodyPr vert="horz" wrap="square" lIns="0" tIns="0" rIns="0" bIns="0" rtlCol="0">
            <a:spAutoFit/>
          </a:bodyPr>
          <a:lstStyle/>
          <a:p>
            <a:pPr marL="0" marR="0">
              <a:lnSpc>
                <a:spcPts val="2090"/>
              </a:lnSpc>
              <a:spcBef>
                <a:spcPts val="0"/>
              </a:spcBef>
              <a:spcAft>
                <a:spcPts val="0"/>
              </a:spcAft>
            </a:pPr>
            <a:r>
              <a:rPr sz="1450" dirty="0">
                <a:solidFill>
                  <a:srgbClr val="5FCBEF"/>
                </a:solidFill>
                <a:latin typeface="LEIREG+Wingdings 3"/>
                <a:cs typeface="LEIREG+Wingdings 3"/>
              </a:rPr>
              <a:t></a:t>
            </a:r>
            <a:r>
              <a:rPr sz="1450" spc="1074" dirty="0">
                <a:solidFill>
                  <a:srgbClr val="5FCBEF"/>
                </a:solidFill>
                <a:latin typeface="Times New Roman"/>
                <a:cs typeface="Times New Roman"/>
              </a:rPr>
              <a:t> </a:t>
            </a:r>
            <a:r>
              <a:rPr sz="1800" dirty="0">
                <a:solidFill>
                  <a:srgbClr val="404040"/>
                </a:solidFill>
                <a:latin typeface="FPBUOD+Trebuchet MS"/>
                <a:cs typeface="FPBUOD+Trebuchet MS"/>
              </a:rPr>
              <a:t>https://www.youtube.com/watch?v=QX_oy9614HQ</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769010" y="671668"/>
            <a:ext cx="4033749" cy="568969"/>
          </a:xfrm>
          <a:prstGeom prst="rect">
            <a:avLst/>
          </a:prstGeom>
        </p:spPr>
        <p:txBody>
          <a:bodyPr vert="horz" wrap="square" lIns="0" tIns="0" rIns="0" bIns="0" rtlCol="0">
            <a:spAutoFit/>
          </a:bodyPr>
          <a:lstStyle/>
          <a:p>
            <a:pPr marL="0" marR="0">
              <a:lnSpc>
                <a:spcPts val="4180"/>
              </a:lnSpc>
              <a:spcBef>
                <a:spcPts val="0"/>
              </a:spcBef>
              <a:spcAft>
                <a:spcPts val="0"/>
              </a:spcAft>
            </a:pPr>
            <a:r>
              <a:rPr sz="3600" dirty="0">
                <a:solidFill>
                  <a:srgbClr val="5FCBEF"/>
                </a:solidFill>
                <a:latin typeface="MHWTFQ+Trebuchet MS"/>
                <a:cs typeface="MHWTFQ+Trebuchet MS"/>
              </a:rPr>
              <a:t>Sociálna</a:t>
            </a:r>
            <a:r>
              <a:rPr sz="3600" spc="26" dirty="0">
                <a:solidFill>
                  <a:srgbClr val="5FCBEF"/>
                </a:solidFill>
                <a:latin typeface="MHWTFQ+Trebuchet MS"/>
                <a:cs typeface="MHWTFQ+Trebuchet MS"/>
              </a:rPr>
              <a:t> </a:t>
            </a:r>
            <a:r>
              <a:rPr sz="3600" dirty="0">
                <a:solidFill>
                  <a:srgbClr val="5FCBEF"/>
                </a:solidFill>
                <a:latin typeface="MHWTFQ+Trebuchet MS"/>
                <a:cs typeface="MHWTFQ+Trebuchet MS"/>
              </a:rPr>
              <a:t>interakcia</a:t>
            </a:r>
          </a:p>
        </p:txBody>
      </p:sp>
      <p:sp>
        <p:nvSpPr>
          <p:cNvPr id="4" name="object 4"/>
          <p:cNvSpPr txBox="1"/>
          <p:nvPr/>
        </p:nvSpPr>
        <p:spPr>
          <a:xfrm>
            <a:off x="5182870" y="1811983"/>
            <a:ext cx="4078991" cy="941701"/>
          </a:xfrm>
          <a:prstGeom prst="rect">
            <a:avLst/>
          </a:prstGeom>
        </p:spPr>
        <p:txBody>
          <a:bodyPr vert="horz" wrap="square" lIns="0" tIns="0" rIns="0" bIns="0" rtlCol="0">
            <a:spAutoFit/>
          </a:bodyPr>
          <a:lstStyle/>
          <a:p>
            <a:pPr marL="0" marR="0">
              <a:lnSpc>
                <a:spcPts val="2312"/>
              </a:lnSpc>
              <a:spcBef>
                <a:spcPts val="0"/>
              </a:spcBef>
              <a:spcAft>
                <a:spcPts val="0"/>
              </a:spcAft>
            </a:pPr>
            <a:r>
              <a:rPr sz="1600" dirty="0">
                <a:solidFill>
                  <a:srgbClr val="5FCBEF"/>
                </a:solidFill>
                <a:latin typeface="BAQUAG+Arial"/>
                <a:cs typeface="BAQUAG+Arial"/>
              </a:rPr>
              <a:t>•</a:t>
            </a:r>
            <a:r>
              <a:rPr sz="1600" spc="1752" dirty="0">
                <a:solidFill>
                  <a:srgbClr val="5FCBEF"/>
                </a:solidFill>
                <a:latin typeface="Times New Roman"/>
                <a:cs typeface="Times New Roman"/>
              </a:rPr>
              <a:t> </a:t>
            </a:r>
            <a:r>
              <a:rPr sz="2000" dirty="0">
                <a:solidFill>
                  <a:srgbClr val="404040"/>
                </a:solidFill>
                <a:latin typeface="MHWTFQ+Trebuchet MS"/>
                <a:cs typeface="MHWTFQ+Trebuchet MS"/>
              </a:rPr>
              <a:t>súčasťou</a:t>
            </a:r>
            <a:r>
              <a:rPr sz="2000" spc="-15" dirty="0">
                <a:solidFill>
                  <a:srgbClr val="404040"/>
                </a:solidFill>
                <a:latin typeface="MHWTFQ+Trebuchet MS"/>
                <a:cs typeface="MHWTFQ+Trebuchet MS"/>
              </a:rPr>
              <a:t> </a:t>
            </a:r>
            <a:r>
              <a:rPr sz="2000" dirty="0">
                <a:solidFill>
                  <a:srgbClr val="404040"/>
                </a:solidFill>
                <a:latin typeface="MHWTFQ+Trebuchet MS"/>
                <a:cs typeface="MHWTFQ+Trebuchet MS"/>
              </a:rPr>
              <a:t>rozhodovania sú</a:t>
            </a:r>
          </a:p>
          <a:p>
            <a:pPr marL="344423" marR="0">
              <a:lnSpc>
                <a:spcPts val="2315"/>
              </a:lnSpc>
              <a:spcBef>
                <a:spcPts val="84"/>
              </a:spcBef>
              <a:spcAft>
                <a:spcPts val="0"/>
              </a:spcAft>
            </a:pPr>
            <a:r>
              <a:rPr sz="2000" dirty="0">
                <a:solidFill>
                  <a:srgbClr val="404040"/>
                </a:solidFill>
                <a:latin typeface="MHWTFQ+Trebuchet MS"/>
                <a:cs typeface="MHWTFQ+Trebuchet MS"/>
              </a:rPr>
              <a:t>informácie</a:t>
            </a:r>
            <a:r>
              <a:rPr sz="2000" spc="15" dirty="0">
                <a:solidFill>
                  <a:srgbClr val="404040"/>
                </a:solidFill>
                <a:latin typeface="MHWTFQ+Trebuchet MS"/>
                <a:cs typeface="MHWTFQ+Trebuchet MS"/>
              </a:rPr>
              <a:t> </a:t>
            </a:r>
            <a:r>
              <a:rPr sz="2000" dirty="0">
                <a:solidFill>
                  <a:srgbClr val="404040"/>
                </a:solidFill>
                <a:latin typeface="MHWTFQ+Trebuchet MS"/>
                <a:cs typeface="MHWTFQ+Trebuchet MS"/>
              </a:rPr>
              <a:t>o</a:t>
            </a:r>
            <a:r>
              <a:rPr sz="2000" spc="-20" dirty="0">
                <a:solidFill>
                  <a:srgbClr val="404040"/>
                </a:solidFill>
                <a:latin typeface="MHWTFQ+Trebuchet MS"/>
                <a:cs typeface="MHWTFQ+Trebuchet MS"/>
              </a:rPr>
              <a:t> </a:t>
            </a:r>
            <a:r>
              <a:rPr sz="2000" dirty="0">
                <a:solidFill>
                  <a:srgbClr val="404040"/>
                </a:solidFill>
                <a:latin typeface="MHWTFQ+Trebuchet MS"/>
                <a:cs typeface="MHWTFQ+Trebuchet MS"/>
              </a:rPr>
              <a:t>druhých</a:t>
            </a:r>
            <a:r>
              <a:rPr sz="2000" spc="36" dirty="0">
                <a:solidFill>
                  <a:srgbClr val="404040"/>
                </a:solidFill>
                <a:latin typeface="MHWTFQ+Trebuchet MS"/>
                <a:cs typeface="MHWTFQ+Trebuchet MS"/>
              </a:rPr>
              <a:t> </a:t>
            </a:r>
            <a:r>
              <a:rPr sz="2000" dirty="0">
                <a:solidFill>
                  <a:srgbClr val="404040"/>
                </a:solidFill>
                <a:latin typeface="MHWTFQ+Trebuchet MS"/>
                <a:cs typeface="MHWTFQ+Trebuchet MS"/>
              </a:rPr>
              <a:t>ľuďoch</a:t>
            </a:r>
            <a:r>
              <a:rPr sz="2000" spc="35" dirty="0">
                <a:solidFill>
                  <a:srgbClr val="404040"/>
                </a:solidFill>
                <a:latin typeface="MHWTFQ+Trebuchet MS"/>
                <a:cs typeface="MHWTFQ+Trebuchet MS"/>
              </a:rPr>
              <a:t> </a:t>
            </a:r>
            <a:r>
              <a:rPr sz="2000" spc="-14" dirty="0">
                <a:solidFill>
                  <a:srgbClr val="404040"/>
                </a:solidFill>
                <a:latin typeface="MHWTFQ+Trebuchet MS"/>
                <a:cs typeface="MHWTFQ+Trebuchet MS"/>
              </a:rPr>
              <a:t>(o</a:t>
            </a:r>
          </a:p>
          <a:p>
            <a:pPr marL="344423" marR="0">
              <a:lnSpc>
                <a:spcPts val="2312"/>
              </a:lnSpc>
              <a:spcBef>
                <a:spcPts val="88"/>
              </a:spcBef>
              <a:spcAft>
                <a:spcPts val="0"/>
              </a:spcAft>
            </a:pPr>
            <a:r>
              <a:rPr sz="2000" dirty="0">
                <a:solidFill>
                  <a:srgbClr val="404040"/>
                </a:solidFill>
                <a:latin typeface="MHWTFQ+Trebuchet MS"/>
                <a:cs typeface="MHWTFQ+Trebuchet MS"/>
              </a:rPr>
              <a:t>ich</a:t>
            </a:r>
            <a:r>
              <a:rPr sz="2000" spc="-18" dirty="0">
                <a:solidFill>
                  <a:srgbClr val="404040"/>
                </a:solidFill>
                <a:latin typeface="MHWTFQ+Trebuchet MS"/>
                <a:cs typeface="MHWTFQ+Trebuchet MS"/>
              </a:rPr>
              <a:t> </a:t>
            </a:r>
            <a:r>
              <a:rPr sz="2000" dirty="0">
                <a:solidFill>
                  <a:srgbClr val="404040"/>
                </a:solidFill>
                <a:latin typeface="MHWTFQ+Trebuchet MS"/>
                <a:cs typeface="MHWTFQ+Trebuchet MS"/>
              </a:rPr>
              <a:t>činoch a ich</a:t>
            </a:r>
          </a:p>
        </p:txBody>
      </p:sp>
      <p:sp>
        <p:nvSpPr>
          <p:cNvPr id="5" name="object 5"/>
          <p:cNvSpPr txBox="1"/>
          <p:nvPr/>
        </p:nvSpPr>
        <p:spPr>
          <a:xfrm>
            <a:off x="5527294" y="2726350"/>
            <a:ext cx="3703885" cy="942056"/>
          </a:xfrm>
          <a:prstGeom prst="rect">
            <a:avLst/>
          </a:prstGeom>
        </p:spPr>
        <p:txBody>
          <a:bodyPr vert="horz" wrap="square" lIns="0" tIns="0" rIns="0" bIns="0" rtlCol="0">
            <a:spAutoFit/>
          </a:bodyPr>
          <a:lstStyle/>
          <a:p>
            <a:pPr marL="0" marR="0">
              <a:lnSpc>
                <a:spcPts val="2315"/>
              </a:lnSpc>
              <a:spcBef>
                <a:spcPts val="0"/>
              </a:spcBef>
              <a:spcAft>
                <a:spcPts val="0"/>
              </a:spcAft>
            </a:pPr>
            <a:r>
              <a:rPr sz="2000" dirty="0">
                <a:solidFill>
                  <a:srgbClr val="404040"/>
                </a:solidFill>
                <a:latin typeface="MHWTFQ+Trebuchet MS"/>
                <a:cs typeface="MHWTFQ+Trebuchet MS"/>
              </a:rPr>
              <a:t>charakteristikách</a:t>
            </a:r>
            <a:r>
              <a:rPr sz="2000" spc="25" dirty="0">
                <a:solidFill>
                  <a:srgbClr val="404040"/>
                </a:solidFill>
                <a:latin typeface="MHWTFQ+Trebuchet MS"/>
                <a:cs typeface="MHWTFQ+Trebuchet MS"/>
              </a:rPr>
              <a:t> </a:t>
            </a:r>
            <a:r>
              <a:rPr sz="2000" dirty="0">
                <a:solidFill>
                  <a:srgbClr val="404040"/>
                </a:solidFill>
                <a:latin typeface="MHWTFQ+Trebuchet MS"/>
                <a:cs typeface="MHWTFQ+Trebuchet MS"/>
              </a:rPr>
              <a:t>– </a:t>
            </a:r>
            <a:r>
              <a:rPr sz="2000" dirty="0">
                <a:solidFill>
                  <a:srgbClr val="404040"/>
                </a:solidFill>
                <a:latin typeface="FPBUOD+Trebuchet MS"/>
                <a:cs typeface="FPBUOD+Trebuchet MS"/>
              </a:rPr>
              <a:t>ako</a:t>
            </a:r>
          </a:p>
          <a:p>
            <a:pPr marL="0" marR="0">
              <a:lnSpc>
                <a:spcPts val="2312"/>
              </a:lnSpc>
              <a:spcBef>
                <a:spcPts val="88"/>
              </a:spcBef>
              <a:spcAft>
                <a:spcPts val="0"/>
              </a:spcAft>
            </a:pPr>
            <a:r>
              <a:rPr sz="2000" dirty="0">
                <a:solidFill>
                  <a:srgbClr val="404040"/>
                </a:solidFill>
                <a:latin typeface="MHWTFQ+Trebuchet MS"/>
                <a:cs typeface="MHWTFQ+Trebuchet MS"/>
              </a:rPr>
              <a:t>vyzerajú,</a:t>
            </a:r>
            <a:r>
              <a:rPr sz="2000" spc="35" dirty="0">
                <a:solidFill>
                  <a:srgbClr val="404040"/>
                </a:solidFill>
                <a:latin typeface="MHWTFQ+Trebuchet MS"/>
                <a:cs typeface="MHWTFQ+Trebuchet MS"/>
              </a:rPr>
              <a:t> </a:t>
            </a:r>
            <a:r>
              <a:rPr sz="2000" dirty="0">
                <a:solidFill>
                  <a:srgbClr val="404040"/>
                </a:solidFill>
                <a:latin typeface="MHWTFQ+Trebuchet MS"/>
                <a:cs typeface="MHWTFQ+Trebuchet MS"/>
              </a:rPr>
              <a:t>najmä</a:t>
            </a:r>
            <a:r>
              <a:rPr sz="2000" spc="32" dirty="0">
                <a:solidFill>
                  <a:srgbClr val="404040"/>
                </a:solidFill>
                <a:latin typeface="MHWTFQ+Trebuchet MS"/>
                <a:cs typeface="MHWTFQ+Trebuchet MS"/>
              </a:rPr>
              <a:t> </a:t>
            </a:r>
            <a:r>
              <a:rPr sz="2000" dirty="0">
                <a:solidFill>
                  <a:srgbClr val="404040"/>
                </a:solidFill>
                <a:latin typeface="MHWTFQ+Trebuchet MS"/>
                <a:cs typeface="MHWTFQ+Trebuchet MS"/>
              </a:rPr>
              <a:t>ako vyzerá</a:t>
            </a:r>
            <a:r>
              <a:rPr sz="2000" spc="28" dirty="0">
                <a:solidFill>
                  <a:srgbClr val="404040"/>
                </a:solidFill>
                <a:latin typeface="MHWTFQ+Trebuchet MS"/>
                <a:cs typeface="MHWTFQ+Trebuchet MS"/>
              </a:rPr>
              <a:t> </a:t>
            </a:r>
            <a:r>
              <a:rPr sz="2000" dirty="0">
                <a:solidFill>
                  <a:srgbClr val="404040"/>
                </a:solidFill>
                <a:latin typeface="MHWTFQ+Trebuchet MS"/>
                <a:cs typeface="MHWTFQ+Trebuchet MS"/>
              </a:rPr>
              <a:t>ich</a:t>
            </a:r>
          </a:p>
          <a:p>
            <a:pPr marL="0" marR="0">
              <a:lnSpc>
                <a:spcPts val="2315"/>
              </a:lnSpc>
              <a:spcBef>
                <a:spcPts val="84"/>
              </a:spcBef>
              <a:spcAft>
                <a:spcPts val="0"/>
              </a:spcAft>
            </a:pPr>
            <a:r>
              <a:rPr sz="2000" dirty="0">
                <a:solidFill>
                  <a:srgbClr val="404040"/>
                </a:solidFill>
                <a:latin typeface="MHWTFQ+Trebuchet MS"/>
                <a:cs typeface="MHWTFQ+Trebuchet MS"/>
              </a:rPr>
              <a:t>tvár)</a:t>
            </a:r>
          </a:p>
        </p:txBody>
      </p:sp>
      <p:sp>
        <p:nvSpPr>
          <p:cNvPr id="6" name="object 6"/>
          <p:cNvSpPr txBox="1"/>
          <p:nvPr/>
        </p:nvSpPr>
        <p:spPr>
          <a:xfrm>
            <a:off x="5182870" y="3769687"/>
            <a:ext cx="3863642" cy="941701"/>
          </a:xfrm>
          <a:prstGeom prst="rect">
            <a:avLst/>
          </a:prstGeom>
        </p:spPr>
        <p:txBody>
          <a:bodyPr vert="horz" wrap="square" lIns="0" tIns="0" rIns="0" bIns="0" rtlCol="0">
            <a:spAutoFit/>
          </a:bodyPr>
          <a:lstStyle/>
          <a:p>
            <a:pPr marL="0" marR="0">
              <a:lnSpc>
                <a:spcPts val="2312"/>
              </a:lnSpc>
              <a:spcBef>
                <a:spcPts val="0"/>
              </a:spcBef>
              <a:spcAft>
                <a:spcPts val="0"/>
              </a:spcAft>
            </a:pPr>
            <a:r>
              <a:rPr sz="1600" dirty="0">
                <a:solidFill>
                  <a:srgbClr val="5FCBEF"/>
                </a:solidFill>
                <a:latin typeface="BAQUAG+Arial"/>
                <a:cs typeface="BAQUAG+Arial"/>
              </a:rPr>
              <a:t>•</a:t>
            </a:r>
            <a:r>
              <a:rPr sz="1600" spc="1752" dirty="0">
                <a:solidFill>
                  <a:srgbClr val="5FCBEF"/>
                </a:solidFill>
                <a:latin typeface="Times New Roman"/>
                <a:cs typeface="Times New Roman"/>
              </a:rPr>
              <a:t> </a:t>
            </a:r>
            <a:r>
              <a:rPr sz="2000" dirty="0">
                <a:solidFill>
                  <a:srgbClr val="404040"/>
                </a:solidFill>
                <a:latin typeface="MHWTFQ+Trebuchet MS"/>
                <a:cs typeface="MHWTFQ+Trebuchet MS"/>
              </a:rPr>
              <a:t>v sociálnych interakciách</a:t>
            </a:r>
            <a:r>
              <a:rPr sz="2000" spc="-15" dirty="0">
                <a:solidFill>
                  <a:srgbClr val="404040"/>
                </a:solidFill>
                <a:latin typeface="MHWTFQ+Trebuchet MS"/>
                <a:cs typeface="MHWTFQ+Trebuchet MS"/>
              </a:rPr>
              <a:t> </a:t>
            </a:r>
            <a:r>
              <a:rPr sz="2000" spc="-12" dirty="0">
                <a:solidFill>
                  <a:srgbClr val="404040"/>
                </a:solidFill>
                <a:latin typeface="MHWTFQ+Trebuchet MS"/>
                <a:cs typeface="MHWTFQ+Trebuchet MS"/>
              </a:rPr>
              <a:t>je</a:t>
            </a:r>
          </a:p>
          <a:p>
            <a:pPr marL="344423" marR="0">
              <a:lnSpc>
                <a:spcPts val="2315"/>
              </a:lnSpc>
              <a:spcBef>
                <a:spcPts val="84"/>
              </a:spcBef>
              <a:spcAft>
                <a:spcPts val="0"/>
              </a:spcAft>
            </a:pPr>
            <a:r>
              <a:rPr sz="2000" dirty="0">
                <a:solidFill>
                  <a:srgbClr val="404040"/>
                </a:solidFill>
                <a:latin typeface="MHWTFQ+Trebuchet MS"/>
                <a:cs typeface="MHWTFQ+Trebuchet MS"/>
              </a:rPr>
              <a:t>dôležité</a:t>
            </a:r>
            <a:r>
              <a:rPr sz="2000" spc="41" dirty="0">
                <a:solidFill>
                  <a:srgbClr val="404040"/>
                </a:solidFill>
                <a:latin typeface="MHWTFQ+Trebuchet MS"/>
                <a:cs typeface="MHWTFQ+Trebuchet MS"/>
              </a:rPr>
              <a:t> </a:t>
            </a:r>
            <a:r>
              <a:rPr sz="2000" dirty="0">
                <a:solidFill>
                  <a:srgbClr val="404040"/>
                </a:solidFill>
                <a:latin typeface="MHWTFQ+Trebuchet MS"/>
                <a:cs typeface="MHWTFQ+Trebuchet MS"/>
              </a:rPr>
              <a:t>vzájomné</a:t>
            </a:r>
            <a:r>
              <a:rPr sz="2000" spc="15" dirty="0">
                <a:solidFill>
                  <a:srgbClr val="404040"/>
                </a:solidFill>
                <a:latin typeface="MHWTFQ+Trebuchet MS"/>
                <a:cs typeface="MHWTFQ+Trebuchet MS"/>
              </a:rPr>
              <a:t> </a:t>
            </a:r>
            <a:r>
              <a:rPr sz="2000" dirty="0">
                <a:solidFill>
                  <a:srgbClr val="404040"/>
                </a:solidFill>
                <a:latin typeface="MHWTFQ+Trebuchet MS"/>
                <a:cs typeface="MHWTFQ+Trebuchet MS"/>
              </a:rPr>
              <a:t>sledovanie</a:t>
            </a:r>
          </a:p>
          <a:p>
            <a:pPr marL="344423" marR="0">
              <a:lnSpc>
                <a:spcPts val="2312"/>
              </a:lnSpc>
              <a:spcBef>
                <a:spcPts val="88"/>
              </a:spcBef>
              <a:spcAft>
                <a:spcPts val="0"/>
              </a:spcAft>
            </a:pPr>
            <a:r>
              <a:rPr sz="2000" dirty="0">
                <a:solidFill>
                  <a:srgbClr val="404040"/>
                </a:solidFill>
                <a:latin typeface="MHWTFQ+Trebuchet MS"/>
                <a:cs typeface="MHWTFQ+Trebuchet MS"/>
              </a:rPr>
              <a:t>tvárí</a:t>
            </a:r>
          </a:p>
        </p:txBody>
      </p:sp>
      <p:sp>
        <p:nvSpPr>
          <p:cNvPr id="7" name="object 7"/>
          <p:cNvSpPr txBox="1"/>
          <p:nvPr/>
        </p:nvSpPr>
        <p:spPr>
          <a:xfrm>
            <a:off x="5182870" y="4809024"/>
            <a:ext cx="3618709" cy="942132"/>
          </a:xfrm>
          <a:prstGeom prst="rect">
            <a:avLst/>
          </a:prstGeom>
        </p:spPr>
        <p:txBody>
          <a:bodyPr vert="horz" wrap="square" lIns="0" tIns="0" rIns="0" bIns="0" rtlCol="0">
            <a:spAutoFit/>
          </a:bodyPr>
          <a:lstStyle/>
          <a:p>
            <a:pPr marL="0" marR="0">
              <a:lnSpc>
                <a:spcPts val="2315"/>
              </a:lnSpc>
              <a:spcBef>
                <a:spcPts val="0"/>
              </a:spcBef>
              <a:spcAft>
                <a:spcPts val="0"/>
              </a:spcAft>
            </a:pPr>
            <a:r>
              <a:rPr sz="1600" dirty="0">
                <a:solidFill>
                  <a:srgbClr val="5FCBEF"/>
                </a:solidFill>
                <a:latin typeface="BAQUAG+Arial"/>
                <a:cs typeface="BAQUAG+Arial"/>
              </a:rPr>
              <a:t>•</a:t>
            </a:r>
            <a:r>
              <a:rPr sz="1600" spc="1752" dirty="0">
                <a:solidFill>
                  <a:srgbClr val="5FCBEF"/>
                </a:solidFill>
                <a:latin typeface="Times New Roman"/>
                <a:cs typeface="Times New Roman"/>
              </a:rPr>
              <a:t> </a:t>
            </a:r>
            <a:r>
              <a:rPr sz="2000" dirty="0">
                <a:solidFill>
                  <a:srgbClr val="404040"/>
                </a:solidFill>
                <a:latin typeface="MHWTFQ+Trebuchet MS"/>
                <a:cs typeface="MHWTFQ+Trebuchet MS"/>
              </a:rPr>
              <a:t>príťažlivé</a:t>
            </a:r>
            <a:r>
              <a:rPr sz="2000" spc="22" dirty="0">
                <a:solidFill>
                  <a:srgbClr val="404040"/>
                </a:solidFill>
                <a:latin typeface="MHWTFQ+Trebuchet MS"/>
                <a:cs typeface="MHWTFQ+Trebuchet MS"/>
              </a:rPr>
              <a:t> </a:t>
            </a:r>
            <a:r>
              <a:rPr sz="2000" dirty="0">
                <a:solidFill>
                  <a:srgbClr val="404040"/>
                </a:solidFill>
                <a:latin typeface="MHWTFQ+Trebuchet MS"/>
                <a:cs typeface="MHWTFQ+Trebuchet MS"/>
              </a:rPr>
              <a:t>tváre</a:t>
            </a:r>
            <a:r>
              <a:rPr sz="2000" spc="-10" dirty="0">
                <a:solidFill>
                  <a:srgbClr val="404040"/>
                </a:solidFill>
                <a:latin typeface="MHWTFQ+Trebuchet MS"/>
                <a:cs typeface="MHWTFQ+Trebuchet MS"/>
              </a:rPr>
              <a:t> prebúdzajú</a:t>
            </a:r>
          </a:p>
          <a:p>
            <a:pPr marL="344423" marR="0">
              <a:lnSpc>
                <a:spcPts val="2312"/>
              </a:lnSpc>
              <a:spcBef>
                <a:spcPts val="89"/>
              </a:spcBef>
              <a:spcAft>
                <a:spcPts val="0"/>
              </a:spcAft>
            </a:pPr>
            <a:r>
              <a:rPr sz="2000" dirty="0">
                <a:solidFill>
                  <a:srgbClr val="404040"/>
                </a:solidFill>
                <a:latin typeface="MHWTFQ+Trebuchet MS"/>
                <a:cs typeface="MHWTFQ+Trebuchet MS"/>
              </a:rPr>
              <a:t>aktivitu</a:t>
            </a:r>
            <a:r>
              <a:rPr sz="2000" spc="-37" dirty="0">
                <a:solidFill>
                  <a:srgbClr val="404040"/>
                </a:solidFill>
                <a:latin typeface="MHWTFQ+Trebuchet MS"/>
                <a:cs typeface="MHWTFQ+Trebuchet MS"/>
              </a:rPr>
              <a:t> </a:t>
            </a:r>
            <a:r>
              <a:rPr sz="2000" dirty="0">
                <a:solidFill>
                  <a:srgbClr val="404040"/>
                </a:solidFill>
                <a:latin typeface="MHWTFQ+Trebuchet MS"/>
                <a:cs typeface="MHWTFQ+Trebuchet MS"/>
              </a:rPr>
              <a:t>niektorých</a:t>
            </a:r>
            <a:r>
              <a:rPr sz="2000" spc="34" dirty="0">
                <a:solidFill>
                  <a:srgbClr val="404040"/>
                </a:solidFill>
                <a:latin typeface="MHWTFQ+Trebuchet MS"/>
                <a:cs typeface="MHWTFQ+Trebuchet MS"/>
              </a:rPr>
              <a:t> </a:t>
            </a:r>
            <a:r>
              <a:rPr sz="2000" dirty="0">
                <a:solidFill>
                  <a:srgbClr val="404040"/>
                </a:solidFill>
                <a:latin typeface="MHWTFQ+Trebuchet MS"/>
                <a:cs typeface="MHWTFQ+Trebuchet MS"/>
              </a:rPr>
              <a:t>častí</a:t>
            </a:r>
          </a:p>
          <a:p>
            <a:pPr marL="344423" marR="0">
              <a:lnSpc>
                <a:spcPts val="2315"/>
              </a:lnSpc>
              <a:spcBef>
                <a:spcPts val="84"/>
              </a:spcBef>
              <a:spcAft>
                <a:spcPts val="0"/>
              </a:spcAft>
            </a:pPr>
            <a:r>
              <a:rPr sz="2000" dirty="0">
                <a:solidFill>
                  <a:srgbClr val="404040"/>
                </a:solidFill>
                <a:latin typeface="MHWTFQ+Trebuchet MS"/>
                <a:cs typeface="MHWTFQ+Trebuchet MS"/>
              </a:rPr>
              <a:t>systému</a:t>
            </a:r>
            <a:r>
              <a:rPr sz="2000" spc="11" dirty="0">
                <a:solidFill>
                  <a:srgbClr val="404040"/>
                </a:solidFill>
                <a:latin typeface="MHWTFQ+Trebuchet MS"/>
                <a:cs typeface="MHWTFQ+Trebuchet MS"/>
              </a:rPr>
              <a:t> </a:t>
            </a:r>
            <a:r>
              <a:rPr sz="2000" dirty="0">
                <a:solidFill>
                  <a:srgbClr val="404040"/>
                </a:solidFill>
                <a:latin typeface="FPBUOD+Trebuchet MS"/>
                <a:cs typeface="FPBUOD+Trebuchet MS"/>
              </a:rPr>
              <a:t>odmeny</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10160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1233220" y="674473"/>
            <a:ext cx="2606846" cy="654025"/>
          </a:xfrm>
          <a:prstGeom prst="rect">
            <a:avLst/>
          </a:prstGeom>
        </p:spPr>
        <p:txBody>
          <a:bodyPr vert="horz" wrap="square" lIns="0" tIns="0" rIns="0" bIns="0" rtlCol="0">
            <a:spAutoFit/>
          </a:bodyPr>
          <a:lstStyle/>
          <a:p>
            <a:pPr marL="0" marR="0">
              <a:lnSpc>
                <a:spcPts val="5102"/>
              </a:lnSpc>
              <a:spcBef>
                <a:spcPts val="0"/>
              </a:spcBef>
              <a:spcAft>
                <a:spcPts val="0"/>
              </a:spcAft>
            </a:pPr>
            <a:r>
              <a:rPr sz="4400" b="1" dirty="0" err="1" smtClean="0">
                <a:solidFill>
                  <a:srgbClr val="FF0066"/>
                </a:solidFill>
                <a:latin typeface="RBLPUO+Trebuchet MS Bold"/>
                <a:cs typeface="RBLPUO+Trebuchet MS Bold"/>
              </a:rPr>
              <a:t>Zhrnutie</a:t>
            </a:r>
            <a:endParaRPr sz="4400" b="1" dirty="0">
              <a:solidFill>
                <a:srgbClr val="FF0066"/>
              </a:solidFill>
              <a:latin typeface="RBLPUO+Trebuchet MS Bold"/>
              <a:cs typeface="RBLPUO+Trebuchet MS Bold"/>
            </a:endParaRPr>
          </a:p>
        </p:txBody>
      </p:sp>
      <p:sp>
        <p:nvSpPr>
          <p:cNvPr id="4" name="object 4"/>
          <p:cNvSpPr txBox="1"/>
          <p:nvPr/>
        </p:nvSpPr>
        <p:spPr>
          <a:xfrm>
            <a:off x="1233220" y="1588672"/>
            <a:ext cx="3922995" cy="392367"/>
          </a:xfrm>
          <a:prstGeom prst="rect">
            <a:avLst/>
          </a:prstGeom>
        </p:spPr>
        <p:txBody>
          <a:bodyPr vert="horz" wrap="square" lIns="0" tIns="0" rIns="0" bIns="0" rtlCol="0">
            <a:spAutoFit/>
          </a:bodyPr>
          <a:lstStyle/>
          <a:p>
            <a:pPr marL="0" marR="0">
              <a:lnSpc>
                <a:spcPts val="2789"/>
              </a:lnSpc>
              <a:spcBef>
                <a:spcPts val="0"/>
              </a:spcBef>
              <a:spcAft>
                <a:spcPts val="0"/>
              </a:spcAft>
            </a:pPr>
            <a:r>
              <a:rPr sz="2400" b="1" dirty="0">
                <a:solidFill>
                  <a:srgbClr val="FF0066"/>
                </a:solidFill>
                <a:latin typeface="GIAWCR+Trebuchet MS Bold"/>
                <a:cs typeface="GIAWCR+Trebuchet MS Bold"/>
              </a:rPr>
              <a:t>Rozhodovanie</a:t>
            </a:r>
            <a:r>
              <a:rPr sz="2400" b="1" spc="-35" dirty="0">
                <a:solidFill>
                  <a:srgbClr val="FF0066"/>
                </a:solidFill>
                <a:latin typeface="GIAWCR+Trebuchet MS Bold"/>
                <a:cs typeface="GIAWCR+Trebuchet MS Bold"/>
              </a:rPr>
              <a:t> </a:t>
            </a:r>
            <a:r>
              <a:rPr sz="2400" b="1" dirty="0">
                <a:solidFill>
                  <a:srgbClr val="FF0066"/>
                </a:solidFill>
                <a:latin typeface="GIAWCR+Trebuchet MS Bold"/>
                <a:cs typeface="GIAWCR+Trebuchet MS Bold"/>
              </a:rPr>
              <a:t>ovplyvňujú</a:t>
            </a:r>
            <a:r>
              <a:rPr sz="2400" b="1" dirty="0">
                <a:solidFill>
                  <a:srgbClr val="FF0066"/>
                </a:solidFill>
                <a:latin typeface="RBLPUO+Trebuchet MS Bold"/>
                <a:cs typeface="RBLPUO+Trebuchet MS Bold"/>
              </a:rPr>
              <a:t>:</a:t>
            </a:r>
          </a:p>
        </p:txBody>
      </p:sp>
      <p:sp>
        <p:nvSpPr>
          <p:cNvPr id="5" name="object 5"/>
          <p:cNvSpPr txBox="1"/>
          <p:nvPr/>
        </p:nvSpPr>
        <p:spPr>
          <a:xfrm>
            <a:off x="1233220" y="2085793"/>
            <a:ext cx="9136469" cy="509158"/>
          </a:xfrm>
          <a:prstGeom prst="rect">
            <a:avLst/>
          </a:prstGeom>
        </p:spPr>
        <p:txBody>
          <a:bodyPr vert="horz" wrap="square" lIns="0" tIns="0" rIns="0" bIns="0" rtlCol="0">
            <a:spAutoFit/>
          </a:bodyPr>
          <a:lstStyle/>
          <a:p>
            <a:pPr marL="0" marR="0">
              <a:lnSpc>
                <a:spcPts val="3709"/>
              </a:lnSpc>
              <a:spcBef>
                <a:spcPts val="0"/>
              </a:spcBef>
              <a:spcAft>
                <a:spcPts val="0"/>
              </a:spcAft>
            </a:pPr>
            <a:r>
              <a:rPr sz="1900" dirty="0">
                <a:solidFill>
                  <a:srgbClr val="5FCBEF"/>
                </a:solidFill>
                <a:latin typeface="UOKHAD+Wingdings"/>
                <a:cs typeface="UOKHAD+Wingdings"/>
              </a:rPr>
              <a:t></a:t>
            </a:r>
            <a:r>
              <a:rPr sz="1900" spc="1263" dirty="0">
                <a:solidFill>
                  <a:srgbClr val="5FCBEF"/>
                </a:solidFill>
                <a:latin typeface="Times New Roman"/>
                <a:cs typeface="Times New Roman"/>
              </a:rPr>
              <a:t> </a:t>
            </a:r>
            <a:r>
              <a:rPr sz="3200" b="1" dirty="0">
                <a:solidFill>
                  <a:srgbClr val="404040"/>
                </a:solidFill>
                <a:latin typeface="RBLPUO+Trebuchet MS Bold"/>
                <a:cs typeface="RBLPUO+Trebuchet MS Bold"/>
              </a:rPr>
              <a:t>pocit</a:t>
            </a:r>
            <a:r>
              <a:rPr sz="3200" b="1" spc="43" dirty="0">
                <a:solidFill>
                  <a:srgbClr val="404040"/>
                </a:solidFill>
                <a:latin typeface="RBLPUO+Trebuchet MS Bold"/>
                <a:cs typeface="RBLPUO+Trebuchet MS Bold"/>
              </a:rPr>
              <a:t> </a:t>
            </a:r>
            <a:r>
              <a:rPr sz="3200" b="1" dirty="0">
                <a:solidFill>
                  <a:srgbClr val="404040"/>
                </a:solidFill>
                <a:latin typeface="RBLPUO+Trebuchet MS Bold"/>
                <a:cs typeface="RBLPUO+Trebuchet MS Bold"/>
              </a:rPr>
              <a:t>hodnoty</a:t>
            </a:r>
            <a:r>
              <a:rPr sz="3200" b="1" spc="45" dirty="0">
                <a:solidFill>
                  <a:srgbClr val="404040"/>
                </a:solidFill>
                <a:latin typeface="RBLPUO+Trebuchet MS Bold"/>
                <a:cs typeface="RBLPUO+Trebuchet MS Bold"/>
              </a:rPr>
              <a:t> </a:t>
            </a:r>
            <a:r>
              <a:rPr sz="3200" dirty="0">
                <a:solidFill>
                  <a:srgbClr val="404040"/>
                </a:solidFill>
                <a:latin typeface="MHWTFQ+Trebuchet MS"/>
                <a:cs typeface="MHWTFQ+Trebuchet MS"/>
              </a:rPr>
              <a:t>– či</a:t>
            </a:r>
            <a:r>
              <a:rPr sz="3200" spc="21" dirty="0">
                <a:solidFill>
                  <a:srgbClr val="404040"/>
                </a:solidFill>
                <a:latin typeface="MHWTFQ+Trebuchet MS"/>
                <a:cs typeface="MHWTFQ+Trebuchet MS"/>
              </a:rPr>
              <a:t> </a:t>
            </a:r>
            <a:r>
              <a:rPr sz="3200" dirty="0">
                <a:solidFill>
                  <a:srgbClr val="404040"/>
                </a:solidFill>
                <a:latin typeface="MHWTFQ+Trebuchet MS"/>
                <a:cs typeface="MHWTFQ+Trebuchet MS"/>
              </a:rPr>
              <a:t>to, čo chceme,</a:t>
            </a:r>
            <a:r>
              <a:rPr sz="3200" spc="20" dirty="0">
                <a:solidFill>
                  <a:srgbClr val="404040"/>
                </a:solidFill>
                <a:latin typeface="MHWTFQ+Trebuchet MS"/>
                <a:cs typeface="MHWTFQ+Trebuchet MS"/>
              </a:rPr>
              <a:t> </a:t>
            </a:r>
            <a:r>
              <a:rPr sz="3200" dirty="0">
                <a:solidFill>
                  <a:srgbClr val="404040"/>
                </a:solidFill>
                <a:latin typeface="MHWTFQ+Trebuchet MS"/>
                <a:cs typeface="MHWTFQ+Trebuchet MS"/>
              </a:rPr>
              <a:t>nám prináša</a:t>
            </a:r>
          </a:p>
        </p:txBody>
      </p:sp>
      <p:sp>
        <p:nvSpPr>
          <p:cNvPr id="6" name="object 6"/>
          <p:cNvSpPr txBox="1"/>
          <p:nvPr/>
        </p:nvSpPr>
        <p:spPr>
          <a:xfrm>
            <a:off x="1577594" y="2574140"/>
            <a:ext cx="2134791" cy="508804"/>
          </a:xfrm>
          <a:prstGeom prst="rect">
            <a:avLst/>
          </a:prstGeom>
        </p:spPr>
        <p:txBody>
          <a:bodyPr vert="horz" wrap="square" lIns="0" tIns="0" rIns="0" bIns="0" rtlCol="0">
            <a:spAutoFit/>
          </a:bodyPr>
          <a:lstStyle/>
          <a:p>
            <a:pPr marL="0" marR="0">
              <a:lnSpc>
                <a:spcPts val="3706"/>
              </a:lnSpc>
              <a:spcBef>
                <a:spcPts val="0"/>
              </a:spcBef>
              <a:spcAft>
                <a:spcPts val="0"/>
              </a:spcAft>
            </a:pPr>
            <a:r>
              <a:rPr sz="3200" dirty="0">
                <a:solidFill>
                  <a:srgbClr val="404040"/>
                </a:solidFill>
                <a:latin typeface="FPBUOD+Trebuchet MS"/>
                <a:cs typeface="FPBUOD+Trebuchet MS"/>
              </a:rPr>
              <a:t>pocit</a:t>
            </a:r>
            <a:r>
              <a:rPr sz="3200" spc="28" dirty="0">
                <a:solidFill>
                  <a:srgbClr val="404040"/>
                </a:solidFill>
                <a:latin typeface="FPBUOD+Trebuchet MS"/>
                <a:cs typeface="FPBUOD+Trebuchet MS"/>
              </a:rPr>
              <a:t> </a:t>
            </a:r>
            <a:r>
              <a:rPr sz="3200" dirty="0">
                <a:solidFill>
                  <a:srgbClr val="404040"/>
                </a:solidFill>
                <a:latin typeface="FPBUOD+Trebuchet MS"/>
                <a:cs typeface="FPBUOD+Trebuchet MS"/>
              </a:rPr>
              <a:t>slasti</a:t>
            </a:r>
          </a:p>
        </p:txBody>
      </p:sp>
      <p:sp>
        <p:nvSpPr>
          <p:cNvPr id="7" name="object 7"/>
          <p:cNvSpPr txBox="1"/>
          <p:nvPr/>
        </p:nvSpPr>
        <p:spPr>
          <a:xfrm>
            <a:off x="1233220" y="3190090"/>
            <a:ext cx="9224087" cy="1121520"/>
          </a:xfrm>
          <a:prstGeom prst="rect">
            <a:avLst/>
          </a:prstGeom>
        </p:spPr>
        <p:txBody>
          <a:bodyPr vert="horz" wrap="square" lIns="0" tIns="0" rIns="0" bIns="0" rtlCol="0">
            <a:spAutoFit/>
          </a:bodyPr>
          <a:lstStyle/>
          <a:p>
            <a:pPr marL="0" marR="0">
              <a:lnSpc>
                <a:spcPts val="3706"/>
              </a:lnSpc>
              <a:spcBef>
                <a:spcPts val="0"/>
              </a:spcBef>
              <a:spcAft>
                <a:spcPts val="0"/>
              </a:spcAft>
            </a:pPr>
            <a:r>
              <a:rPr sz="2550" dirty="0">
                <a:solidFill>
                  <a:srgbClr val="5FCBEF"/>
                </a:solidFill>
                <a:latin typeface="UOKHAD+Wingdings"/>
                <a:cs typeface="UOKHAD+Wingdings"/>
              </a:rPr>
              <a:t></a:t>
            </a:r>
            <a:r>
              <a:rPr sz="2550" spc="762" dirty="0">
                <a:solidFill>
                  <a:srgbClr val="5FCBEF"/>
                </a:solidFill>
                <a:latin typeface="Times New Roman"/>
                <a:cs typeface="Times New Roman"/>
              </a:rPr>
              <a:t> </a:t>
            </a:r>
            <a:r>
              <a:rPr sz="3200" b="1" spc="-30" dirty="0">
                <a:solidFill>
                  <a:srgbClr val="404040"/>
                </a:solidFill>
                <a:latin typeface="RBLPUO+Trebuchet MS Bold"/>
                <a:cs typeface="RBLPUO+Trebuchet MS Bold"/>
              </a:rPr>
              <a:t>miera</a:t>
            </a:r>
            <a:r>
              <a:rPr sz="3200" b="1" spc="27" dirty="0">
                <a:solidFill>
                  <a:srgbClr val="404040"/>
                </a:solidFill>
                <a:latin typeface="RBLPUO+Trebuchet MS Bold"/>
                <a:cs typeface="RBLPUO+Trebuchet MS Bold"/>
              </a:rPr>
              <a:t> </a:t>
            </a:r>
            <a:r>
              <a:rPr sz="3200" b="1" dirty="0">
                <a:solidFill>
                  <a:srgbClr val="404040"/>
                </a:solidFill>
                <a:latin typeface="RBLPUO+Trebuchet MS Bold"/>
                <a:cs typeface="RBLPUO+Trebuchet MS Bold"/>
              </a:rPr>
              <a:t>neistoty</a:t>
            </a:r>
            <a:r>
              <a:rPr sz="3200" b="1" spc="57" dirty="0">
                <a:solidFill>
                  <a:srgbClr val="404040"/>
                </a:solidFill>
                <a:latin typeface="RBLPUO+Trebuchet MS Bold"/>
                <a:cs typeface="RBLPUO+Trebuchet MS Bold"/>
              </a:rPr>
              <a:t> </a:t>
            </a:r>
            <a:r>
              <a:rPr sz="3200" dirty="0">
                <a:solidFill>
                  <a:srgbClr val="404040"/>
                </a:solidFill>
                <a:latin typeface="MHWTFQ+Trebuchet MS"/>
                <a:cs typeface="MHWTFQ+Trebuchet MS"/>
              </a:rPr>
              <a:t>– či to,</a:t>
            </a:r>
            <a:r>
              <a:rPr sz="3200" spc="23" dirty="0">
                <a:solidFill>
                  <a:srgbClr val="404040"/>
                </a:solidFill>
                <a:latin typeface="MHWTFQ+Trebuchet MS"/>
                <a:cs typeface="MHWTFQ+Trebuchet MS"/>
              </a:rPr>
              <a:t> </a:t>
            </a:r>
            <a:r>
              <a:rPr sz="3200" dirty="0">
                <a:solidFill>
                  <a:srgbClr val="404040"/>
                </a:solidFill>
                <a:latin typeface="MHWTFQ+Trebuchet MS"/>
                <a:cs typeface="MHWTFQ+Trebuchet MS"/>
              </a:rPr>
              <a:t>čo chceme,</a:t>
            </a:r>
            <a:r>
              <a:rPr sz="3200" spc="25" dirty="0">
                <a:solidFill>
                  <a:srgbClr val="404040"/>
                </a:solidFill>
                <a:latin typeface="MHWTFQ+Trebuchet MS"/>
                <a:cs typeface="MHWTFQ+Trebuchet MS"/>
              </a:rPr>
              <a:t> </a:t>
            </a:r>
            <a:r>
              <a:rPr sz="3200" dirty="0">
                <a:solidFill>
                  <a:srgbClr val="404040"/>
                </a:solidFill>
                <a:latin typeface="MHWTFQ+Trebuchet MS"/>
                <a:cs typeface="MHWTFQ+Trebuchet MS"/>
              </a:rPr>
              <a:t>dosiahneme</a:t>
            </a:r>
          </a:p>
          <a:p>
            <a:pPr marL="487629" marR="0">
              <a:lnSpc>
                <a:spcPts val="3709"/>
              </a:lnSpc>
              <a:spcBef>
                <a:spcPts val="1115"/>
              </a:spcBef>
              <a:spcAft>
                <a:spcPts val="0"/>
              </a:spcAft>
            </a:pPr>
            <a:r>
              <a:rPr sz="3200" dirty="0">
                <a:solidFill>
                  <a:srgbClr val="404040"/>
                </a:solidFill>
                <a:latin typeface="MHWTFQ+Trebuchet MS"/>
                <a:cs typeface="MHWTFQ+Trebuchet MS"/>
              </a:rPr>
              <a:t>hneď</a:t>
            </a:r>
            <a:r>
              <a:rPr sz="3200" spc="-10" dirty="0">
                <a:solidFill>
                  <a:srgbClr val="404040"/>
                </a:solidFill>
                <a:latin typeface="MHWTFQ+Trebuchet MS"/>
                <a:cs typeface="MHWTFQ+Trebuchet MS"/>
              </a:rPr>
              <a:t> </a:t>
            </a:r>
            <a:r>
              <a:rPr sz="3200" dirty="0">
                <a:solidFill>
                  <a:srgbClr val="404040"/>
                </a:solidFill>
                <a:latin typeface="MHWTFQ+Trebuchet MS"/>
                <a:cs typeface="MHWTFQ+Trebuchet MS"/>
              </a:rPr>
              <a:t>alebo</a:t>
            </a:r>
            <a:r>
              <a:rPr sz="3200" spc="34" dirty="0">
                <a:solidFill>
                  <a:srgbClr val="404040"/>
                </a:solidFill>
                <a:latin typeface="MHWTFQ+Trebuchet MS"/>
                <a:cs typeface="MHWTFQ+Trebuchet MS"/>
              </a:rPr>
              <a:t> </a:t>
            </a:r>
            <a:r>
              <a:rPr sz="3200" dirty="0">
                <a:solidFill>
                  <a:srgbClr val="404040"/>
                </a:solidFill>
                <a:latin typeface="MHWTFQ+Trebuchet MS"/>
                <a:cs typeface="MHWTFQ+Trebuchet MS"/>
              </a:rPr>
              <a:t>až</a:t>
            </a:r>
            <a:r>
              <a:rPr sz="3200" spc="16" dirty="0">
                <a:solidFill>
                  <a:srgbClr val="404040"/>
                </a:solidFill>
                <a:latin typeface="MHWTFQ+Trebuchet MS"/>
                <a:cs typeface="MHWTFQ+Trebuchet MS"/>
              </a:rPr>
              <a:t> </a:t>
            </a:r>
            <a:r>
              <a:rPr sz="3200" dirty="0">
                <a:solidFill>
                  <a:srgbClr val="404040"/>
                </a:solidFill>
                <a:latin typeface="MHWTFQ+Trebuchet MS"/>
                <a:cs typeface="MHWTFQ+Trebuchet MS"/>
              </a:rPr>
              <a:t>neskôr</a:t>
            </a:r>
          </a:p>
        </p:txBody>
      </p:sp>
      <p:sp>
        <p:nvSpPr>
          <p:cNvPr id="8" name="object 8"/>
          <p:cNvSpPr txBox="1"/>
          <p:nvPr/>
        </p:nvSpPr>
        <p:spPr>
          <a:xfrm>
            <a:off x="1233220" y="4418402"/>
            <a:ext cx="8645685" cy="1125235"/>
          </a:xfrm>
          <a:prstGeom prst="rect">
            <a:avLst/>
          </a:prstGeom>
        </p:spPr>
        <p:txBody>
          <a:bodyPr vert="horz" wrap="square" lIns="0" tIns="0" rIns="0" bIns="0" rtlCol="0">
            <a:spAutoFit/>
          </a:bodyPr>
          <a:lstStyle/>
          <a:p>
            <a:pPr marL="0" marR="0">
              <a:lnSpc>
                <a:spcPts val="3709"/>
              </a:lnSpc>
              <a:spcBef>
                <a:spcPts val="0"/>
              </a:spcBef>
              <a:spcAft>
                <a:spcPts val="0"/>
              </a:spcAft>
            </a:pPr>
            <a:r>
              <a:rPr sz="2550" dirty="0">
                <a:solidFill>
                  <a:srgbClr val="5FCBEF"/>
                </a:solidFill>
                <a:latin typeface="UOKHAD+Wingdings"/>
                <a:cs typeface="UOKHAD+Wingdings"/>
              </a:rPr>
              <a:t></a:t>
            </a:r>
            <a:r>
              <a:rPr sz="2550" spc="762" dirty="0">
                <a:solidFill>
                  <a:srgbClr val="5FCBEF"/>
                </a:solidFill>
                <a:latin typeface="Times New Roman"/>
                <a:cs typeface="Times New Roman"/>
              </a:rPr>
              <a:t> </a:t>
            </a:r>
            <a:r>
              <a:rPr sz="3200" b="1" dirty="0">
                <a:solidFill>
                  <a:srgbClr val="404040"/>
                </a:solidFill>
                <a:latin typeface="GIAWCR+Trebuchet MS Bold"/>
                <a:cs typeface="GIAWCR+Trebuchet MS Bold"/>
              </a:rPr>
              <a:t>sociálna</a:t>
            </a:r>
            <a:r>
              <a:rPr sz="3200" b="1" spc="32" dirty="0">
                <a:solidFill>
                  <a:srgbClr val="404040"/>
                </a:solidFill>
                <a:latin typeface="GIAWCR+Trebuchet MS Bold"/>
                <a:cs typeface="GIAWCR+Trebuchet MS Bold"/>
              </a:rPr>
              <a:t> </a:t>
            </a:r>
            <a:r>
              <a:rPr sz="3200" b="1" spc="-12" dirty="0">
                <a:solidFill>
                  <a:srgbClr val="404040"/>
                </a:solidFill>
                <a:latin typeface="RBLPUO+Trebuchet MS Bold"/>
                <a:cs typeface="RBLPUO+Trebuchet MS Bold"/>
              </a:rPr>
              <a:t>interakcia</a:t>
            </a:r>
            <a:r>
              <a:rPr sz="3200" b="1" dirty="0">
                <a:solidFill>
                  <a:srgbClr val="404040"/>
                </a:solidFill>
                <a:latin typeface="RBLPUO+Trebuchet MS Bold"/>
                <a:cs typeface="RBLPUO+Trebuchet MS Bold"/>
              </a:rPr>
              <a:t> </a:t>
            </a:r>
            <a:r>
              <a:rPr sz="3200" dirty="0">
                <a:solidFill>
                  <a:srgbClr val="404040"/>
                </a:solidFill>
                <a:latin typeface="MHWTFQ+Trebuchet MS"/>
                <a:cs typeface="MHWTFQ+Trebuchet MS"/>
              </a:rPr>
              <a:t>– či to,</a:t>
            </a:r>
            <a:r>
              <a:rPr sz="3200" spc="10" dirty="0">
                <a:solidFill>
                  <a:srgbClr val="404040"/>
                </a:solidFill>
                <a:latin typeface="MHWTFQ+Trebuchet MS"/>
                <a:cs typeface="MHWTFQ+Trebuchet MS"/>
              </a:rPr>
              <a:t> </a:t>
            </a:r>
            <a:r>
              <a:rPr sz="3200" dirty="0">
                <a:solidFill>
                  <a:srgbClr val="404040"/>
                </a:solidFill>
                <a:latin typeface="MHWTFQ+Trebuchet MS"/>
                <a:cs typeface="MHWTFQ+Trebuchet MS"/>
              </a:rPr>
              <a:t>čo chceme,</a:t>
            </a:r>
            <a:r>
              <a:rPr sz="3200" spc="23" dirty="0">
                <a:solidFill>
                  <a:srgbClr val="404040"/>
                </a:solidFill>
                <a:latin typeface="MHWTFQ+Trebuchet MS"/>
                <a:cs typeface="MHWTFQ+Trebuchet MS"/>
              </a:rPr>
              <a:t> </a:t>
            </a:r>
            <a:r>
              <a:rPr sz="3200" dirty="0">
                <a:solidFill>
                  <a:srgbClr val="404040"/>
                </a:solidFill>
                <a:latin typeface="MHWTFQ+Trebuchet MS"/>
                <a:cs typeface="MHWTFQ+Trebuchet MS"/>
              </a:rPr>
              <a:t>nám</a:t>
            </a:r>
          </a:p>
          <a:p>
            <a:pPr marL="487629" marR="0">
              <a:lnSpc>
                <a:spcPts val="3709"/>
              </a:lnSpc>
              <a:spcBef>
                <a:spcPts val="1191"/>
              </a:spcBef>
              <a:spcAft>
                <a:spcPts val="0"/>
              </a:spcAft>
            </a:pPr>
            <a:r>
              <a:rPr sz="3200" dirty="0">
                <a:solidFill>
                  <a:srgbClr val="404040"/>
                </a:solidFill>
                <a:latin typeface="MHWTFQ+Trebuchet MS"/>
                <a:cs typeface="MHWTFQ+Trebuchet MS"/>
              </a:rPr>
              <a:t>predkladá</a:t>
            </a:r>
            <a:r>
              <a:rPr sz="3200" spc="67" dirty="0">
                <a:solidFill>
                  <a:srgbClr val="404040"/>
                </a:solidFill>
                <a:latin typeface="MHWTFQ+Trebuchet MS"/>
                <a:cs typeface="MHWTFQ+Trebuchet MS"/>
              </a:rPr>
              <a:t> </a:t>
            </a:r>
            <a:r>
              <a:rPr sz="3200" dirty="0">
                <a:solidFill>
                  <a:srgbClr val="404040"/>
                </a:solidFill>
                <a:latin typeface="MHWTFQ+Trebuchet MS"/>
                <a:cs typeface="MHWTFQ+Trebuchet MS"/>
              </a:rPr>
              <a:t>osoba</a:t>
            </a:r>
            <a:r>
              <a:rPr sz="3200" spc="47" dirty="0">
                <a:solidFill>
                  <a:srgbClr val="404040"/>
                </a:solidFill>
                <a:latin typeface="MHWTFQ+Trebuchet MS"/>
                <a:cs typeface="MHWTFQ+Trebuchet MS"/>
              </a:rPr>
              <a:t> </a:t>
            </a:r>
            <a:r>
              <a:rPr sz="3200" dirty="0">
                <a:solidFill>
                  <a:srgbClr val="404040"/>
                </a:solidFill>
                <a:latin typeface="MHWTFQ+Trebuchet MS"/>
                <a:cs typeface="MHWTFQ+Trebuchet MS"/>
              </a:rPr>
              <a:t>sympatická</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1487488" y="671668"/>
            <a:ext cx="2448272" cy="538609"/>
          </a:xfrm>
          <a:prstGeom prst="rect">
            <a:avLst/>
          </a:prstGeom>
        </p:spPr>
        <p:txBody>
          <a:bodyPr vert="horz" wrap="square" lIns="0" tIns="0" rIns="0" bIns="0" rtlCol="0">
            <a:spAutoFit/>
          </a:bodyPr>
          <a:lstStyle/>
          <a:p>
            <a:pPr marL="0" marR="0">
              <a:lnSpc>
                <a:spcPts val="4180"/>
              </a:lnSpc>
              <a:spcBef>
                <a:spcPts val="0"/>
              </a:spcBef>
              <a:spcAft>
                <a:spcPts val="0"/>
              </a:spcAft>
            </a:pPr>
            <a:r>
              <a:rPr sz="3600" dirty="0">
                <a:solidFill>
                  <a:srgbClr val="5FCBEF"/>
                </a:solidFill>
                <a:latin typeface="FPBUOD+Trebuchet MS"/>
                <a:cs typeface="FPBUOD+Trebuchet MS"/>
              </a:rPr>
              <a:t>Framing</a:t>
            </a:r>
          </a:p>
        </p:txBody>
      </p:sp>
      <p:sp>
        <p:nvSpPr>
          <p:cNvPr id="4" name="object 4"/>
          <p:cNvSpPr txBox="1"/>
          <p:nvPr/>
        </p:nvSpPr>
        <p:spPr>
          <a:xfrm>
            <a:off x="769010" y="1754189"/>
            <a:ext cx="4042017" cy="1034868"/>
          </a:xfrm>
          <a:prstGeom prst="rect">
            <a:avLst/>
          </a:prstGeom>
        </p:spPr>
        <p:txBody>
          <a:bodyPr vert="horz" wrap="square" lIns="0" tIns="0" rIns="0" bIns="0" rtlCol="0">
            <a:spAutoFit/>
          </a:bodyPr>
          <a:lstStyle/>
          <a:p>
            <a:pPr marL="0" marR="0">
              <a:lnSpc>
                <a:spcPts val="2566"/>
              </a:lnSpc>
              <a:spcBef>
                <a:spcPts val="0"/>
              </a:spcBef>
              <a:spcAft>
                <a:spcPts val="0"/>
              </a:spcAft>
            </a:pPr>
            <a:r>
              <a:rPr sz="1750" dirty="0">
                <a:solidFill>
                  <a:srgbClr val="5FCBEF"/>
                </a:solidFill>
                <a:latin typeface="LEIREG+Wingdings 3"/>
                <a:cs typeface="LEIREG+Wingdings 3"/>
              </a:rPr>
              <a:t></a:t>
            </a:r>
            <a:r>
              <a:rPr sz="1750" spc="736" dirty="0">
                <a:solidFill>
                  <a:srgbClr val="5FCBEF"/>
                </a:solidFill>
                <a:latin typeface="Times New Roman"/>
                <a:cs typeface="Times New Roman"/>
              </a:rPr>
              <a:t> </a:t>
            </a:r>
            <a:r>
              <a:rPr sz="2200" dirty="0">
                <a:solidFill>
                  <a:srgbClr val="404040"/>
                </a:solidFill>
                <a:latin typeface="MHWTFQ+Trebuchet MS"/>
                <a:cs typeface="MHWTFQ+Trebuchet MS"/>
              </a:rPr>
              <a:t>výsledok rozhodnutia</a:t>
            </a:r>
            <a:r>
              <a:rPr sz="2200" spc="-19" dirty="0">
                <a:solidFill>
                  <a:srgbClr val="404040"/>
                </a:solidFill>
                <a:latin typeface="MHWTFQ+Trebuchet MS"/>
                <a:cs typeface="MHWTFQ+Trebuchet MS"/>
              </a:rPr>
              <a:t> </a:t>
            </a:r>
            <a:r>
              <a:rPr sz="2200" dirty="0">
                <a:solidFill>
                  <a:srgbClr val="404040"/>
                </a:solidFill>
                <a:latin typeface="FPBUOD+Trebuchet MS"/>
                <a:cs typeface="FPBUOD+Trebuchet MS"/>
              </a:rPr>
              <a:t>je</a:t>
            </a:r>
          </a:p>
          <a:p>
            <a:pPr marL="344424" marR="0">
              <a:lnSpc>
                <a:spcPts val="2563"/>
              </a:lnSpc>
              <a:spcBef>
                <a:spcPts val="27"/>
              </a:spcBef>
              <a:spcAft>
                <a:spcPts val="0"/>
              </a:spcAft>
            </a:pPr>
            <a:r>
              <a:rPr sz="2200" dirty="0">
                <a:solidFill>
                  <a:srgbClr val="404040"/>
                </a:solidFill>
                <a:latin typeface="MHWTFQ+Trebuchet MS"/>
                <a:cs typeface="MHWTFQ+Trebuchet MS"/>
              </a:rPr>
              <a:t>možné</a:t>
            </a:r>
            <a:r>
              <a:rPr sz="2200" spc="-23" dirty="0">
                <a:solidFill>
                  <a:srgbClr val="404040"/>
                </a:solidFill>
                <a:latin typeface="MHWTFQ+Trebuchet MS"/>
                <a:cs typeface="MHWTFQ+Trebuchet MS"/>
              </a:rPr>
              <a:t> </a:t>
            </a:r>
            <a:r>
              <a:rPr sz="2200" dirty="0">
                <a:solidFill>
                  <a:srgbClr val="404040"/>
                </a:solidFill>
                <a:latin typeface="MHWTFQ+Trebuchet MS"/>
                <a:cs typeface="MHWTFQ+Trebuchet MS"/>
              </a:rPr>
              <a:t>prezentovať buď ako</a:t>
            </a:r>
          </a:p>
          <a:p>
            <a:pPr marL="344424" marR="0">
              <a:lnSpc>
                <a:spcPts val="2566"/>
              </a:lnSpc>
              <a:spcBef>
                <a:spcPts val="23"/>
              </a:spcBef>
              <a:spcAft>
                <a:spcPts val="0"/>
              </a:spcAft>
            </a:pPr>
            <a:r>
              <a:rPr sz="2200" dirty="0">
                <a:solidFill>
                  <a:srgbClr val="404040"/>
                </a:solidFill>
                <a:latin typeface="FPBUOD+Trebuchet MS"/>
                <a:cs typeface="FPBUOD+Trebuchet MS"/>
              </a:rPr>
              <a:t>zisk alebo</a:t>
            </a:r>
            <a:r>
              <a:rPr sz="2200" spc="-18" dirty="0">
                <a:solidFill>
                  <a:srgbClr val="404040"/>
                </a:solidFill>
                <a:latin typeface="FPBUOD+Trebuchet MS"/>
                <a:cs typeface="FPBUOD+Trebuchet MS"/>
              </a:rPr>
              <a:t> </a:t>
            </a:r>
            <a:r>
              <a:rPr sz="2200" dirty="0">
                <a:solidFill>
                  <a:srgbClr val="404040"/>
                </a:solidFill>
                <a:latin typeface="FPBUOD+Trebuchet MS"/>
                <a:cs typeface="FPBUOD+Trebuchet MS"/>
              </a:rPr>
              <a:t>ako</a:t>
            </a:r>
            <a:r>
              <a:rPr sz="2200" spc="19" dirty="0">
                <a:solidFill>
                  <a:srgbClr val="404040"/>
                </a:solidFill>
                <a:latin typeface="FPBUOD+Trebuchet MS"/>
                <a:cs typeface="FPBUOD+Trebuchet MS"/>
              </a:rPr>
              <a:t> </a:t>
            </a:r>
            <a:r>
              <a:rPr sz="2200" dirty="0">
                <a:solidFill>
                  <a:srgbClr val="404040"/>
                </a:solidFill>
                <a:latin typeface="FPBUOD+Trebuchet MS"/>
                <a:cs typeface="FPBUOD+Trebuchet MS"/>
              </a:rPr>
              <a:t>stratu</a:t>
            </a:r>
          </a:p>
        </p:txBody>
      </p:sp>
      <p:sp>
        <p:nvSpPr>
          <p:cNvPr id="5" name="object 5"/>
          <p:cNvSpPr txBox="1"/>
          <p:nvPr/>
        </p:nvSpPr>
        <p:spPr>
          <a:xfrm>
            <a:off x="769010" y="2888966"/>
            <a:ext cx="3706130" cy="363700"/>
          </a:xfrm>
          <a:prstGeom prst="rect">
            <a:avLst/>
          </a:prstGeom>
        </p:spPr>
        <p:txBody>
          <a:bodyPr vert="horz" wrap="square" lIns="0" tIns="0" rIns="0" bIns="0" rtlCol="0">
            <a:spAutoFit/>
          </a:bodyPr>
          <a:lstStyle/>
          <a:p>
            <a:pPr marL="0" marR="0">
              <a:lnSpc>
                <a:spcPts val="2563"/>
              </a:lnSpc>
              <a:spcBef>
                <a:spcPts val="0"/>
              </a:spcBef>
              <a:spcAft>
                <a:spcPts val="0"/>
              </a:spcAft>
            </a:pPr>
            <a:r>
              <a:rPr sz="1750" dirty="0">
                <a:solidFill>
                  <a:srgbClr val="5FCBEF"/>
                </a:solidFill>
                <a:latin typeface="LEIREG+Wingdings 3"/>
                <a:cs typeface="LEIREG+Wingdings 3"/>
              </a:rPr>
              <a:t></a:t>
            </a:r>
            <a:r>
              <a:rPr sz="1750" spc="736" dirty="0">
                <a:solidFill>
                  <a:srgbClr val="5FCBEF"/>
                </a:solidFill>
                <a:latin typeface="Times New Roman"/>
                <a:cs typeface="Times New Roman"/>
              </a:rPr>
              <a:t> </a:t>
            </a:r>
            <a:r>
              <a:rPr sz="2200" dirty="0">
                <a:solidFill>
                  <a:srgbClr val="404040"/>
                </a:solidFill>
                <a:latin typeface="MHWTFQ+Trebuchet MS"/>
                <a:cs typeface="MHWTFQ+Trebuchet MS"/>
              </a:rPr>
              <a:t>väčšina</a:t>
            </a:r>
            <a:r>
              <a:rPr sz="2200" spc="-22" dirty="0">
                <a:solidFill>
                  <a:srgbClr val="404040"/>
                </a:solidFill>
                <a:latin typeface="MHWTFQ+Trebuchet MS"/>
                <a:cs typeface="MHWTFQ+Trebuchet MS"/>
              </a:rPr>
              <a:t> </a:t>
            </a:r>
            <a:r>
              <a:rPr sz="2200" dirty="0">
                <a:solidFill>
                  <a:srgbClr val="404040"/>
                </a:solidFill>
                <a:latin typeface="MHWTFQ+Trebuchet MS"/>
                <a:cs typeface="MHWTFQ+Trebuchet MS"/>
              </a:rPr>
              <a:t>ľudí</a:t>
            </a:r>
            <a:r>
              <a:rPr sz="2200" spc="-25" dirty="0">
                <a:solidFill>
                  <a:srgbClr val="404040"/>
                </a:solidFill>
                <a:latin typeface="MHWTFQ+Trebuchet MS"/>
                <a:cs typeface="MHWTFQ+Trebuchet MS"/>
              </a:rPr>
              <a:t> </a:t>
            </a:r>
            <a:r>
              <a:rPr sz="2200" dirty="0">
                <a:solidFill>
                  <a:srgbClr val="404040"/>
                </a:solidFill>
                <a:latin typeface="MHWTFQ+Trebuchet MS"/>
                <a:cs typeface="MHWTFQ+Trebuchet MS"/>
              </a:rPr>
              <a:t>reaguje</a:t>
            </a:r>
            <a:r>
              <a:rPr sz="2200" spc="-17" dirty="0">
                <a:solidFill>
                  <a:srgbClr val="404040"/>
                </a:solidFill>
                <a:latin typeface="MHWTFQ+Trebuchet MS"/>
                <a:cs typeface="MHWTFQ+Trebuchet MS"/>
              </a:rPr>
              <a:t> </a:t>
            </a:r>
            <a:r>
              <a:rPr sz="2200" dirty="0">
                <a:solidFill>
                  <a:srgbClr val="404040"/>
                </a:solidFill>
                <a:latin typeface="MHWTFQ+Trebuchet MS"/>
                <a:cs typeface="MHWTFQ+Trebuchet MS"/>
              </a:rPr>
              <a:t>inak,</a:t>
            </a:r>
          </a:p>
        </p:txBody>
      </p:sp>
      <p:sp>
        <p:nvSpPr>
          <p:cNvPr id="6" name="object 6"/>
          <p:cNvSpPr txBox="1"/>
          <p:nvPr/>
        </p:nvSpPr>
        <p:spPr>
          <a:xfrm>
            <a:off x="1113434" y="3224500"/>
            <a:ext cx="1682331" cy="363700"/>
          </a:xfrm>
          <a:prstGeom prst="rect">
            <a:avLst/>
          </a:prstGeom>
        </p:spPr>
        <p:txBody>
          <a:bodyPr vert="horz" wrap="square" lIns="0" tIns="0" rIns="0" bIns="0" rtlCol="0">
            <a:spAutoFit/>
          </a:bodyPr>
          <a:lstStyle/>
          <a:p>
            <a:pPr marL="0" marR="0">
              <a:lnSpc>
                <a:spcPts val="2563"/>
              </a:lnSpc>
              <a:spcBef>
                <a:spcPts val="0"/>
              </a:spcBef>
              <a:spcAft>
                <a:spcPts val="0"/>
              </a:spcAft>
            </a:pPr>
            <a:r>
              <a:rPr sz="2200" dirty="0">
                <a:solidFill>
                  <a:srgbClr val="404040"/>
                </a:solidFill>
                <a:latin typeface="MHWTFQ+Trebuchet MS"/>
                <a:cs typeface="MHWTFQ+Trebuchet MS"/>
              </a:rPr>
              <a:t>keď</a:t>
            </a:r>
            <a:r>
              <a:rPr sz="2200" spc="25" dirty="0">
                <a:solidFill>
                  <a:srgbClr val="404040"/>
                </a:solidFill>
                <a:latin typeface="MHWTFQ+Trebuchet MS"/>
                <a:cs typeface="MHWTFQ+Trebuchet MS"/>
              </a:rPr>
              <a:t> </a:t>
            </a:r>
            <a:r>
              <a:rPr sz="2200" dirty="0">
                <a:solidFill>
                  <a:srgbClr val="404040"/>
                </a:solidFill>
                <a:latin typeface="MHWTFQ+Trebuchet MS"/>
                <a:cs typeface="MHWTFQ+Trebuchet MS"/>
              </a:rPr>
              <a:t>počuje:</a:t>
            </a:r>
          </a:p>
        </p:txBody>
      </p:sp>
      <p:sp>
        <p:nvSpPr>
          <p:cNvPr id="7" name="object 7"/>
          <p:cNvSpPr txBox="1"/>
          <p:nvPr/>
        </p:nvSpPr>
        <p:spPr>
          <a:xfrm>
            <a:off x="769010" y="3684462"/>
            <a:ext cx="4031480" cy="364054"/>
          </a:xfrm>
          <a:prstGeom prst="rect">
            <a:avLst/>
          </a:prstGeom>
        </p:spPr>
        <p:txBody>
          <a:bodyPr vert="horz" wrap="square" lIns="0" tIns="0" rIns="0" bIns="0" rtlCol="0">
            <a:spAutoFit/>
          </a:bodyPr>
          <a:lstStyle/>
          <a:p>
            <a:pPr marL="0" marR="0">
              <a:lnSpc>
                <a:spcPts val="2566"/>
              </a:lnSpc>
              <a:spcBef>
                <a:spcPts val="0"/>
              </a:spcBef>
              <a:spcAft>
                <a:spcPts val="0"/>
              </a:spcAft>
            </a:pPr>
            <a:r>
              <a:rPr sz="1750" dirty="0">
                <a:solidFill>
                  <a:srgbClr val="5FCBEF"/>
                </a:solidFill>
                <a:latin typeface="LEIREG+Wingdings 3"/>
                <a:cs typeface="LEIREG+Wingdings 3"/>
              </a:rPr>
              <a:t></a:t>
            </a:r>
            <a:r>
              <a:rPr sz="1750" spc="736" dirty="0">
                <a:solidFill>
                  <a:srgbClr val="5FCBEF"/>
                </a:solidFill>
                <a:latin typeface="Times New Roman"/>
                <a:cs typeface="Times New Roman"/>
              </a:rPr>
              <a:t> </a:t>
            </a:r>
            <a:r>
              <a:rPr sz="2200" dirty="0">
                <a:solidFill>
                  <a:srgbClr val="404040"/>
                </a:solidFill>
                <a:latin typeface="MHWTFQ+Trebuchet MS"/>
                <a:cs typeface="MHWTFQ+Trebuchet MS"/>
              </a:rPr>
              <a:t>„Senátu dôveruje</a:t>
            </a:r>
            <a:r>
              <a:rPr sz="2200" spc="-14" dirty="0">
                <a:solidFill>
                  <a:srgbClr val="404040"/>
                </a:solidFill>
                <a:latin typeface="MHWTFQ+Trebuchet MS"/>
                <a:cs typeface="MHWTFQ+Trebuchet MS"/>
              </a:rPr>
              <a:t> </a:t>
            </a:r>
            <a:r>
              <a:rPr sz="2200" dirty="0">
                <a:solidFill>
                  <a:srgbClr val="404040"/>
                </a:solidFill>
                <a:latin typeface="MHWTFQ+Trebuchet MS"/>
                <a:cs typeface="MHWTFQ+Trebuchet MS"/>
              </a:rPr>
              <a:t>24%</a:t>
            </a:r>
            <a:r>
              <a:rPr sz="2200" spc="-14" dirty="0">
                <a:solidFill>
                  <a:srgbClr val="404040"/>
                </a:solidFill>
                <a:latin typeface="MHWTFQ+Trebuchet MS"/>
                <a:cs typeface="MHWTFQ+Trebuchet MS"/>
              </a:rPr>
              <a:t> </a:t>
            </a:r>
            <a:r>
              <a:rPr sz="2200" dirty="0">
                <a:solidFill>
                  <a:srgbClr val="404040"/>
                </a:solidFill>
                <a:latin typeface="MHWTFQ+Trebuchet MS"/>
                <a:cs typeface="MHWTFQ+Trebuchet MS"/>
              </a:rPr>
              <a:t>ľudí“,</a:t>
            </a:r>
          </a:p>
        </p:txBody>
      </p:sp>
      <p:sp>
        <p:nvSpPr>
          <p:cNvPr id="8" name="object 8"/>
          <p:cNvSpPr txBox="1"/>
          <p:nvPr/>
        </p:nvSpPr>
        <p:spPr>
          <a:xfrm>
            <a:off x="1113434" y="4020409"/>
            <a:ext cx="2096638" cy="363700"/>
          </a:xfrm>
          <a:prstGeom prst="rect">
            <a:avLst/>
          </a:prstGeom>
        </p:spPr>
        <p:txBody>
          <a:bodyPr vert="horz" wrap="square" lIns="0" tIns="0" rIns="0" bIns="0" rtlCol="0">
            <a:spAutoFit/>
          </a:bodyPr>
          <a:lstStyle/>
          <a:p>
            <a:pPr marL="0" marR="0">
              <a:lnSpc>
                <a:spcPts val="2563"/>
              </a:lnSpc>
              <a:spcBef>
                <a:spcPts val="0"/>
              </a:spcBef>
              <a:spcAft>
                <a:spcPts val="0"/>
              </a:spcAft>
            </a:pPr>
            <a:r>
              <a:rPr sz="2200" dirty="0">
                <a:solidFill>
                  <a:srgbClr val="404040"/>
                </a:solidFill>
                <a:latin typeface="MHWTFQ+Trebuchet MS"/>
                <a:cs typeface="MHWTFQ+Trebuchet MS"/>
              </a:rPr>
              <a:t>ako keď počuje</a:t>
            </a:r>
          </a:p>
        </p:txBody>
      </p:sp>
      <p:sp>
        <p:nvSpPr>
          <p:cNvPr id="9" name="object 9"/>
          <p:cNvSpPr txBox="1"/>
          <p:nvPr/>
        </p:nvSpPr>
        <p:spPr>
          <a:xfrm>
            <a:off x="769010" y="4483419"/>
            <a:ext cx="2591374" cy="364054"/>
          </a:xfrm>
          <a:prstGeom prst="rect">
            <a:avLst/>
          </a:prstGeom>
        </p:spPr>
        <p:txBody>
          <a:bodyPr vert="horz" wrap="square" lIns="0" tIns="0" rIns="0" bIns="0" rtlCol="0">
            <a:spAutoFit/>
          </a:bodyPr>
          <a:lstStyle/>
          <a:p>
            <a:pPr marL="0" marR="0">
              <a:lnSpc>
                <a:spcPts val="2566"/>
              </a:lnSpc>
              <a:spcBef>
                <a:spcPts val="0"/>
              </a:spcBef>
              <a:spcAft>
                <a:spcPts val="0"/>
              </a:spcAft>
            </a:pPr>
            <a:r>
              <a:rPr sz="1750" dirty="0">
                <a:solidFill>
                  <a:srgbClr val="5FCBEF"/>
                </a:solidFill>
                <a:latin typeface="LEIREG+Wingdings 3"/>
                <a:cs typeface="LEIREG+Wingdings 3"/>
              </a:rPr>
              <a:t></a:t>
            </a:r>
            <a:r>
              <a:rPr sz="1750" spc="736" dirty="0">
                <a:solidFill>
                  <a:srgbClr val="5FCBEF"/>
                </a:solidFill>
                <a:latin typeface="Times New Roman"/>
                <a:cs typeface="Times New Roman"/>
              </a:rPr>
              <a:t> </a:t>
            </a:r>
            <a:r>
              <a:rPr sz="2200" dirty="0">
                <a:solidFill>
                  <a:srgbClr val="404040"/>
                </a:solidFill>
                <a:latin typeface="MHWTFQ+Trebuchet MS"/>
                <a:cs typeface="MHWTFQ+Trebuchet MS"/>
              </a:rPr>
              <a:t>„Senátu 76%</a:t>
            </a:r>
            <a:r>
              <a:rPr sz="2200" spc="11" dirty="0">
                <a:solidFill>
                  <a:srgbClr val="404040"/>
                </a:solidFill>
                <a:latin typeface="MHWTFQ+Trebuchet MS"/>
                <a:cs typeface="MHWTFQ+Trebuchet MS"/>
              </a:rPr>
              <a:t> </a:t>
            </a:r>
            <a:r>
              <a:rPr sz="2200" dirty="0">
                <a:solidFill>
                  <a:srgbClr val="404040"/>
                </a:solidFill>
                <a:latin typeface="MHWTFQ+Trebuchet MS"/>
                <a:cs typeface="MHWTFQ+Trebuchet MS"/>
              </a:rPr>
              <a:t>ľudí</a:t>
            </a:r>
          </a:p>
        </p:txBody>
      </p:sp>
      <p:sp>
        <p:nvSpPr>
          <p:cNvPr id="10" name="object 10"/>
          <p:cNvSpPr txBox="1"/>
          <p:nvPr/>
        </p:nvSpPr>
        <p:spPr>
          <a:xfrm>
            <a:off x="1113434" y="4819239"/>
            <a:ext cx="1720566" cy="363700"/>
          </a:xfrm>
          <a:prstGeom prst="rect">
            <a:avLst/>
          </a:prstGeom>
        </p:spPr>
        <p:txBody>
          <a:bodyPr vert="horz" wrap="square" lIns="0" tIns="0" rIns="0" bIns="0" rtlCol="0">
            <a:spAutoFit/>
          </a:bodyPr>
          <a:lstStyle/>
          <a:p>
            <a:pPr marL="0" marR="0">
              <a:lnSpc>
                <a:spcPts val="2563"/>
              </a:lnSpc>
              <a:spcBef>
                <a:spcPts val="0"/>
              </a:spcBef>
              <a:spcAft>
                <a:spcPts val="0"/>
              </a:spcAft>
            </a:pPr>
            <a:r>
              <a:rPr sz="2200" dirty="0">
                <a:solidFill>
                  <a:srgbClr val="404040"/>
                </a:solidFill>
                <a:latin typeface="MHWTFQ+Trebuchet MS"/>
                <a:cs typeface="MHWTFQ+Trebuchet MS"/>
              </a:rPr>
              <a:t>nedôveruje“</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1919536" y="671668"/>
            <a:ext cx="7488832" cy="538609"/>
          </a:xfrm>
          <a:prstGeom prst="rect">
            <a:avLst/>
          </a:prstGeom>
        </p:spPr>
        <p:txBody>
          <a:bodyPr vert="horz" wrap="square" lIns="0" tIns="0" rIns="0" bIns="0" rtlCol="0">
            <a:spAutoFit/>
          </a:bodyPr>
          <a:lstStyle/>
          <a:p>
            <a:pPr marL="0" marR="0">
              <a:lnSpc>
                <a:spcPts val="4180"/>
              </a:lnSpc>
              <a:spcBef>
                <a:spcPts val="0"/>
              </a:spcBef>
              <a:spcAft>
                <a:spcPts val="0"/>
              </a:spcAft>
            </a:pPr>
            <a:r>
              <a:rPr sz="3600" dirty="0">
                <a:solidFill>
                  <a:srgbClr val="5FCBEF"/>
                </a:solidFill>
                <a:latin typeface="MHWTFQ+Trebuchet MS"/>
                <a:cs typeface="MHWTFQ+Trebuchet MS"/>
              </a:rPr>
              <a:t>Závery</a:t>
            </a:r>
            <a:r>
              <a:rPr sz="3600" spc="-13" dirty="0">
                <a:solidFill>
                  <a:srgbClr val="5FCBEF"/>
                </a:solidFill>
                <a:latin typeface="MHWTFQ+Trebuchet MS"/>
                <a:cs typeface="MHWTFQ+Trebuchet MS"/>
              </a:rPr>
              <a:t> </a:t>
            </a:r>
            <a:r>
              <a:rPr sz="3600" dirty="0">
                <a:solidFill>
                  <a:srgbClr val="5FCBEF"/>
                </a:solidFill>
                <a:latin typeface="MHWTFQ+Trebuchet MS"/>
                <a:cs typeface="MHWTFQ+Trebuchet MS"/>
              </a:rPr>
              <a:t>vyplývajúce z</a:t>
            </a:r>
            <a:r>
              <a:rPr sz="3600" spc="35" dirty="0">
                <a:solidFill>
                  <a:srgbClr val="5FCBEF"/>
                </a:solidFill>
                <a:latin typeface="MHWTFQ+Trebuchet MS"/>
                <a:cs typeface="MHWTFQ+Trebuchet MS"/>
              </a:rPr>
              <a:t> </a:t>
            </a:r>
            <a:r>
              <a:rPr sz="3600" dirty="0">
                <a:solidFill>
                  <a:srgbClr val="5FCBEF"/>
                </a:solidFill>
                <a:latin typeface="FPBUOD+Trebuchet MS"/>
                <a:cs typeface="FPBUOD+Trebuchet MS"/>
              </a:rPr>
              <a:t>framingu:</a:t>
            </a:r>
          </a:p>
        </p:txBody>
      </p:sp>
      <p:sp>
        <p:nvSpPr>
          <p:cNvPr id="4" name="object 4"/>
          <p:cNvSpPr txBox="1"/>
          <p:nvPr/>
        </p:nvSpPr>
        <p:spPr>
          <a:xfrm>
            <a:off x="769010" y="2710876"/>
            <a:ext cx="8528494" cy="1123914"/>
          </a:xfrm>
          <a:prstGeom prst="rect">
            <a:avLst/>
          </a:prstGeom>
        </p:spPr>
        <p:txBody>
          <a:bodyPr vert="horz" wrap="square" lIns="0" tIns="0" rIns="0" bIns="0" rtlCol="0">
            <a:spAutoFit/>
          </a:bodyPr>
          <a:lstStyle/>
          <a:p>
            <a:pPr marL="0" marR="0">
              <a:lnSpc>
                <a:spcPts val="2786"/>
              </a:lnSpc>
              <a:spcBef>
                <a:spcPts val="0"/>
              </a:spcBef>
              <a:spcAft>
                <a:spcPts val="0"/>
              </a:spcAft>
            </a:pPr>
            <a:r>
              <a:rPr sz="1900" dirty="0">
                <a:solidFill>
                  <a:srgbClr val="5FCBEF"/>
                </a:solidFill>
                <a:latin typeface="BAQUAG+Arial"/>
                <a:cs typeface="BAQUAG+Arial"/>
              </a:rPr>
              <a:t>•</a:t>
            </a:r>
            <a:r>
              <a:rPr sz="1900" spc="1572" dirty="0">
                <a:solidFill>
                  <a:srgbClr val="5FCBEF"/>
                </a:solidFill>
                <a:latin typeface="Times New Roman"/>
                <a:cs typeface="Times New Roman"/>
              </a:rPr>
              <a:t> </a:t>
            </a:r>
            <a:r>
              <a:rPr lang="sk-SK" sz="2400" dirty="0">
                <a:solidFill>
                  <a:srgbClr val="404040"/>
                </a:solidFill>
                <a:latin typeface="FPBUOD+Trebuchet MS"/>
                <a:cs typeface="Times New Roman"/>
              </a:rPr>
              <a:t>a</a:t>
            </a:r>
            <a:r>
              <a:rPr sz="2400" dirty="0" smtClean="0">
                <a:solidFill>
                  <a:srgbClr val="404040"/>
                </a:solidFill>
                <a:latin typeface="FPBUOD+Trebuchet MS"/>
                <a:cs typeface="FPBUOD+Trebuchet MS"/>
              </a:rPr>
              <a:t>k</a:t>
            </a:r>
            <a:r>
              <a:rPr sz="2400" spc="10" dirty="0" smtClean="0">
                <a:solidFill>
                  <a:srgbClr val="404040"/>
                </a:solidFill>
                <a:latin typeface="FPBUOD+Trebuchet MS"/>
                <a:cs typeface="FPBUOD+Trebuchet MS"/>
              </a:rPr>
              <a:t> </a:t>
            </a:r>
            <a:r>
              <a:rPr sz="2400" dirty="0">
                <a:solidFill>
                  <a:srgbClr val="404040"/>
                </a:solidFill>
                <a:latin typeface="MHWTFQ+Trebuchet MS"/>
                <a:cs typeface="MHWTFQ+Trebuchet MS"/>
              </a:rPr>
              <a:t>sa</a:t>
            </a:r>
            <a:r>
              <a:rPr sz="2400" spc="19" dirty="0">
                <a:solidFill>
                  <a:srgbClr val="404040"/>
                </a:solidFill>
                <a:latin typeface="MHWTFQ+Trebuchet MS"/>
                <a:cs typeface="MHWTFQ+Trebuchet MS"/>
              </a:rPr>
              <a:t> </a:t>
            </a:r>
            <a:r>
              <a:rPr sz="2400" dirty="0">
                <a:solidFill>
                  <a:srgbClr val="404040"/>
                </a:solidFill>
                <a:latin typeface="MHWTFQ+Trebuchet MS"/>
                <a:cs typeface="MHWTFQ+Trebuchet MS"/>
              </a:rPr>
              <a:t>kladie pri</a:t>
            </a:r>
            <a:r>
              <a:rPr sz="2400" spc="12" dirty="0">
                <a:solidFill>
                  <a:srgbClr val="404040"/>
                </a:solidFill>
                <a:latin typeface="MHWTFQ+Trebuchet MS"/>
                <a:cs typeface="MHWTFQ+Trebuchet MS"/>
              </a:rPr>
              <a:t> </a:t>
            </a:r>
            <a:r>
              <a:rPr sz="2400" dirty="0">
                <a:solidFill>
                  <a:srgbClr val="404040"/>
                </a:solidFill>
                <a:latin typeface="MHWTFQ+Trebuchet MS"/>
                <a:cs typeface="MHWTFQ+Trebuchet MS"/>
              </a:rPr>
              <a:t>zarámovaní</a:t>
            </a:r>
            <a:r>
              <a:rPr sz="2400" spc="-43" dirty="0">
                <a:solidFill>
                  <a:srgbClr val="404040"/>
                </a:solidFill>
                <a:latin typeface="MHWTFQ+Trebuchet MS"/>
                <a:cs typeface="MHWTFQ+Trebuchet MS"/>
              </a:rPr>
              <a:t> </a:t>
            </a:r>
            <a:r>
              <a:rPr sz="2400" dirty="0">
                <a:solidFill>
                  <a:srgbClr val="404040"/>
                </a:solidFill>
                <a:latin typeface="MHWTFQ+Trebuchet MS"/>
                <a:cs typeface="MHWTFQ+Trebuchet MS"/>
              </a:rPr>
              <a:t>problému</a:t>
            </a:r>
            <a:r>
              <a:rPr sz="2400" spc="-18" dirty="0">
                <a:solidFill>
                  <a:srgbClr val="404040"/>
                </a:solidFill>
                <a:latin typeface="MHWTFQ+Trebuchet MS"/>
                <a:cs typeface="MHWTFQ+Trebuchet MS"/>
              </a:rPr>
              <a:t> </a:t>
            </a:r>
            <a:r>
              <a:rPr sz="2400" dirty="0">
                <a:solidFill>
                  <a:srgbClr val="404040"/>
                </a:solidFill>
                <a:latin typeface="MHWTFQ+Trebuchet MS"/>
                <a:cs typeface="MHWTFQ+Trebuchet MS"/>
              </a:rPr>
              <a:t>dôraz</a:t>
            </a:r>
            <a:r>
              <a:rPr sz="2400" spc="-17" dirty="0">
                <a:solidFill>
                  <a:srgbClr val="404040"/>
                </a:solidFill>
                <a:latin typeface="MHWTFQ+Trebuchet MS"/>
                <a:cs typeface="MHWTFQ+Trebuchet MS"/>
              </a:rPr>
              <a:t> </a:t>
            </a:r>
            <a:r>
              <a:rPr sz="2400" dirty="0">
                <a:solidFill>
                  <a:srgbClr val="404040"/>
                </a:solidFill>
                <a:latin typeface="MHWTFQ+Trebuchet MS"/>
                <a:cs typeface="MHWTFQ+Trebuchet MS"/>
              </a:rPr>
              <a:t>na</a:t>
            </a:r>
            <a:r>
              <a:rPr sz="2400" spc="-58" dirty="0">
                <a:solidFill>
                  <a:srgbClr val="404040"/>
                </a:solidFill>
                <a:latin typeface="MHWTFQ+Trebuchet MS"/>
                <a:cs typeface="MHWTFQ+Trebuchet MS"/>
              </a:rPr>
              <a:t> </a:t>
            </a:r>
            <a:r>
              <a:rPr sz="2400" b="1" dirty="0">
                <a:solidFill>
                  <a:srgbClr val="404040"/>
                </a:solidFill>
                <a:latin typeface="GIAWCR+Trebuchet MS Bold"/>
                <a:cs typeface="GIAWCR+Trebuchet MS Bold"/>
              </a:rPr>
              <a:t>pozitívne</a:t>
            </a:r>
          </a:p>
          <a:p>
            <a:pPr marL="344424" marR="0">
              <a:lnSpc>
                <a:spcPts val="2789"/>
              </a:lnSpc>
              <a:spcBef>
                <a:spcPts val="91"/>
              </a:spcBef>
              <a:spcAft>
                <a:spcPts val="0"/>
              </a:spcAft>
            </a:pPr>
            <a:r>
              <a:rPr sz="2400" spc="-36" dirty="0">
                <a:solidFill>
                  <a:srgbClr val="404040"/>
                </a:solidFill>
                <a:latin typeface="MHWTFQ+Trebuchet MS"/>
                <a:cs typeface="MHWTFQ+Trebuchet MS"/>
              </a:rPr>
              <a:t>stránky,</a:t>
            </a:r>
            <a:r>
              <a:rPr sz="2400" spc="61" dirty="0">
                <a:solidFill>
                  <a:srgbClr val="404040"/>
                </a:solidFill>
                <a:latin typeface="MHWTFQ+Trebuchet MS"/>
                <a:cs typeface="MHWTFQ+Trebuchet MS"/>
              </a:rPr>
              <a:t> </a:t>
            </a:r>
            <a:r>
              <a:rPr sz="2400" dirty="0">
                <a:solidFill>
                  <a:srgbClr val="404040"/>
                </a:solidFill>
                <a:latin typeface="MHWTFQ+Trebuchet MS"/>
                <a:cs typeface="MHWTFQ+Trebuchet MS"/>
              </a:rPr>
              <a:t>rastie</a:t>
            </a:r>
            <a:r>
              <a:rPr sz="2400" spc="-22" dirty="0">
                <a:solidFill>
                  <a:srgbClr val="404040"/>
                </a:solidFill>
                <a:latin typeface="MHWTFQ+Trebuchet MS"/>
                <a:cs typeface="MHWTFQ+Trebuchet MS"/>
              </a:rPr>
              <a:t> </a:t>
            </a:r>
            <a:r>
              <a:rPr sz="2400" dirty="0">
                <a:solidFill>
                  <a:srgbClr val="404040"/>
                </a:solidFill>
                <a:latin typeface="MHWTFQ+Trebuchet MS"/>
                <a:cs typeface="MHWTFQ+Trebuchet MS"/>
              </a:rPr>
              <a:t>ochota</a:t>
            </a:r>
            <a:r>
              <a:rPr sz="2400" spc="-50" dirty="0">
                <a:solidFill>
                  <a:srgbClr val="404040"/>
                </a:solidFill>
                <a:latin typeface="MHWTFQ+Trebuchet MS"/>
                <a:cs typeface="MHWTFQ+Trebuchet MS"/>
              </a:rPr>
              <a:t> </a:t>
            </a:r>
            <a:r>
              <a:rPr sz="2400" dirty="0">
                <a:solidFill>
                  <a:srgbClr val="404040"/>
                </a:solidFill>
                <a:latin typeface="MHWTFQ+Trebuchet MS"/>
                <a:cs typeface="MHWTFQ+Trebuchet MS"/>
              </a:rPr>
              <a:t>riskovať</a:t>
            </a:r>
            <a:r>
              <a:rPr sz="2400" spc="46" dirty="0">
                <a:solidFill>
                  <a:srgbClr val="404040"/>
                </a:solidFill>
                <a:latin typeface="MHWTFQ+Trebuchet MS"/>
                <a:cs typeface="MHWTFQ+Trebuchet MS"/>
              </a:rPr>
              <a:t> </a:t>
            </a:r>
            <a:r>
              <a:rPr sz="2400" dirty="0">
                <a:solidFill>
                  <a:srgbClr val="404040"/>
                </a:solidFill>
                <a:latin typeface="FPBUOD+Trebuchet MS"/>
                <a:cs typeface="FPBUOD+Trebuchet MS"/>
              </a:rPr>
              <a:t>(ako </a:t>
            </a:r>
            <a:r>
              <a:rPr sz="2400" dirty="0">
                <a:solidFill>
                  <a:srgbClr val="404040"/>
                </a:solidFill>
                <a:latin typeface="MHWTFQ+Trebuchet MS"/>
                <a:cs typeface="MHWTFQ+Trebuchet MS"/>
              </a:rPr>
              <a:t>pri</a:t>
            </a:r>
            <a:r>
              <a:rPr sz="2400" spc="-20" dirty="0">
                <a:solidFill>
                  <a:srgbClr val="404040"/>
                </a:solidFill>
                <a:latin typeface="MHWTFQ+Trebuchet MS"/>
                <a:cs typeface="MHWTFQ+Trebuchet MS"/>
              </a:rPr>
              <a:t> </a:t>
            </a:r>
            <a:r>
              <a:rPr sz="2400" dirty="0">
                <a:solidFill>
                  <a:srgbClr val="404040"/>
                </a:solidFill>
                <a:latin typeface="MHWTFQ+Trebuchet MS"/>
                <a:cs typeface="MHWTFQ+Trebuchet MS"/>
              </a:rPr>
              <a:t>možnosti</a:t>
            </a:r>
            <a:r>
              <a:rPr sz="2400" spc="-17" dirty="0">
                <a:solidFill>
                  <a:srgbClr val="404040"/>
                </a:solidFill>
                <a:latin typeface="MHWTFQ+Trebuchet MS"/>
                <a:cs typeface="MHWTFQ+Trebuchet MS"/>
              </a:rPr>
              <a:t> </a:t>
            </a:r>
            <a:r>
              <a:rPr sz="2400" dirty="0">
                <a:solidFill>
                  <a:srgbClr val="404040"/>
                </a:solidFill>
                <a:latin typeface="MHWTFQ+Trebuchet MS"/>
                <a:cs typeface="MHWTFQ+Trebuchet MS"/>
              </a:rPr>
              <a:t>zisku,</a:t>
            </a:r>
            <a:r>
              <a:rPr sz="2400" spc="27" dirty="0">
                <a:solidFill>
                  <a:srgbClr val="404040"/>
                </a:solidFill>
                <a:latin typeface="MHWTFQ+Trebuchet MS"/>
                <a:cs typeface="MHWTFQ+Trebuchet MS"/>
              </a:rPr>
              <a:t> </a:t>
            </a:r>
            <a:r>
              <a:rPr sz="2400" dirty="0">
                <a:solidFill>
                  <a:srgbClr val="404040"/>
                </a:solidFill>
                <a:latin typeface="MHWTFQ+Trebuchet MS"/>
                <a:cs typeface="MHWTFQ+Trebuchet MS"/>
              </a:rPr>
              <a:t>tak</a:t>
            </a:r>
          </a:p>
          <a:p>
            <a:pPr marL="344424" marR="0">
              <a:lnSpc>
                <a:spcPts val="2786"/>
              </a:lnSpc>
              <a:spcBef>
                <a:spcPts val="45"/>
              </a:spcBef>
              <a:spcAft>
                <a:spcPts val="0"/>
              </a:spcAft>
            </a:pPr>
            <a:r>
              <a:rPr sz="2400" dirty="0">
                <a:solidFill>
                  <a:srgbClr val="404040"/>
                </a:solidFill>
                <a:latin typeface="MHWTFQ+Trebuchet MS"/>
                <a:cs typeface="MHWTFQ+Trebuchet MS"/>
              </a:rPr>
              <a:t>pri možnosti strát)</a:t>
            </a:r>
          </a:p>
        </p:txBody>
      </p:sp>
      <p:sp>
        <p:nvSpPr>
          <p:cNvPr id="5" name="object 5"/>
          <p:cNvSpPr txBox="1"/>
          <p:nvPr/>
        </p:nvSpPr>
        <p:spPr>
          <a:xfrm>
            <a:off x="769010" y="3933759"/>
            <a:ext cx="8094763" cy="359073"/>
          </a:xfrm>
          <a:prstGeom prst="rect">
            <a:avLst/>
          </a:prstGeom>
        </p:spPr>
        <p:txBody>
          <a:bodyPr vert="horz" wrap="square" lIns="0" tIns="0" rIns="0" bIns="0" rtlCol="0">
            <a:spAutoFit/>
          </a:bodyPr>
          <a:lstStyle/>
          <a:p>
            <a:pPr marL="0" marR="0">
              <a:lnSpc>
                <a:spcPts val="2786"/>
              </a:lnSpc>
              <a:spcBef>
                <a:spcPts val="0"/>
              </a:spcBef>
              <a:spcAft>
                <a:spcPts val="0"/>
              </a:spcAft>
            </a:pPr>
            <a:r>
              <a:rPr sz="1900" dirty="0">
                <a:solidFill>
                  <a:srgbClr val="5FCBEF"/>
                </a:solidFill>
                <a:latin typeface="BAQUAG+Arial"/>
                <a:cs typeface="BAQUAG+Arial"/>
              </a:rPr>
              <a:t>•</a:t>
            </a:r>
            <a:r>
              <a:rPr sz="1900" spc="1572" dirty="0">
                <a:solidFill>
                  <a:srgbClr val="5FCBEF"/>
                </a:solidFill>
                <a:latin typeface="Times New Roman"/>
                <a:cs typeface="Times New Roman"/>
              </a:rPr>
              <a:t> </a:t>
            </a:r>
            <a:r>
              <a:rPr lang="sk-SK" sz="2400" dirty="0">
                <a:solidFill>
                  <a:srgbClr val="404040"/>
                </a:solidFill>
                <a:latin typeface="FPBUOD+Trebuchet MS"/>
                <a:cs typeface="Times New Roman"/>
              </a:rPr>
              <a:t>a</a:t>
            </a:r>
            <a:r>
              <a:rPr sz="2400" dirty="0" smtClean="0">
                <a:solidFill>
                  <a:srgbClr val="404040"/>
                </a:solidFill>
                <a:latin typeface="FPBUOD+Trebuchet MS"/>
                <a:cs typeface="FPBUOD+Trebuchet MS"/>
              </a:rPr>
              <a:t>k </a:t>
            </a:r>
            <a:r>
              <a:rPr sz="2400" spc="-11" dirty="0">
                <a:solidFill>
                  <a:srgbClr val="404040"/>
                </a:solidFill>
                <a:latin typeface="FPBUOD+Trebuchet MS"/>
                <a:cs typeface="FPBUOD+Trebuchet MS"/>
              </a:rPr>
              <a:t>sa</a:t>
            </a:r>
            <a:r>
              <a:rPr sz="2400" spc="19" dirty="0">
                <a:solidFill>
                  <a:srgbClr val="404040"/>
                </a:solidFill>
                <a:latin typeface="FPBUOD+Trebuchet MS"/>
                <a:cs typeface="FPBUOD+Trebuchet MS"/>
              </a:rPr>
              <a:t> </a:t>
            </a:r>
            <a:r>
              <a:rPr sz="2400" dirty="0">
                <a:solidFill>
                  <a:srgbClr val="404040"/>
                </a:solidFill>
                <a:latin typeface="FPBUOD+Trebuchet MS"/>
                <a:cs typeface="FPBUOD+Trebuchet MS"/>
              </a:rPr>
              <a:t>kladie pri</a:t>
            </a:r>
            <a:r>
              <a:rPr sz="2400" spc="28" dirty="0">
                <a:solidFill>
                  <a:srgbClr val="404040"/>
                </a:solidFill>
                <a:latin typeface="FPBUOD+Trebuchet MS"/>
                <a:cs typeface="FPBUOD+Trebuchet MS"/>
              </a:rPr>
              <a:t> </a:t>
            </a:r>
            <a:r>
              <a:rPr sz="2400" dirty="0">
                <a:solidFill>
                  <a:srgbClr val="404040"/>
                </a:solidFill>
                <a:latin typeface="MHWTFQ+Trebuchet MS"/>
                <a:cs typeface="MHWTFQ+Trebuchet MS"/>
              </a:rPr>
              <a:t>rámovaní</a:t>
            </a:r>
            <a:r>
              <a:rPr sz="2400" spc="-33" dirty="0">
                <a:solidFill>
                  <a:srgbClr val="404040"/>
                </a:solidFill>
                <a:latin typeface="MHWTFQ+Trebuchet MS"/>
                <a:cs typeface="MHWTFQ+Trebuchet MS"/>
              </a:rPr>
              <a:t> </a:t>
            </a:r>
            <a:r>
              <a:rPr sz="2400" dirty="0">
                <a:solidFill>
                  <a:srgbClr val="404040"/>
                </a:solidFill>
                <a:latin typeface="MHWTFQ+Trebuchet MS"/>
                <a:cs typeface="MHWTFQ+Trebuchet MS"/>
              </a:rPr>
              <a:t>problému</a:t>
            </a:r>
            <a:r>
              <a:rPr sz="2400" spc="-23" dirty="0">
                <a:solidFill>
                  <a:srgbClr val="404040"/>
                </a:solidFill>
                <a:latin typeface="MHWTFQ+Trebuchet MS"/>
                <a:cs typeface="MHWTFQ+Trebuchet MS"/>
              </a:rPr>
              <a:t> </a:t>
            </a:r>
            <a:r>
              <a:rPr sz="2400" dirty="0">
                <a:solidFill>
                  <a:srgbClr val="404040"/>
                </a:solidFill>
                <a:latin typeface="MHWTFQ+Trebuchet MS"/>
                <a:cs typeface="MHWTFQ+Trebuchet MS"/>
              </a:rPr>
              <a:t>dôraz</a:t>
            </a:r>
            <a:r>
              <a:rPr sz="2400" spc="-17" dirty="0">
                <a:solidFill>
                  <a:srgbClr val="404040"/>
                </a:solidFill>
                <a:latin typeface="MHWTFQ+Trebuchet MS"/>
                <a:cs typeface="MHWTFQ+Trebuchet MS"/>
              </a:rPr>
              <a:t> </a:t>
            </a:r>
            <a:r>
              <a:rPr sz="2400" dirty="0">
                <a:solidFill>
                  <a:srgbClr val="404040"/>
                </a:solidFill>
                <a:latin typeface="MHWTFQ+Trebuchet MS"/>
                <a:cs typeface="MHWTFQ+Trebuchet MS"/>
              </a:rPr>
              <a:t>na </a:t>
            </a:r>
            <a:r>
              <a:rPr sz="2400" b="1" dirty="0">
                <a:solidFill>
                  <a:srgbClr val="404040"/>
                </a:solidFill>
                <a:latin typeface="GIAWCR+Trebuchet MS Bold"/>
                <a:cs typeface="GIAWCR+Trebuchet MS Bold"/>
              </a:rPr>
              <a:t>negatívne</a:t>
            </a:r>
          </a:p>
        </p:txBody>
      </p:sp>
      <p:sp>
        <p:nvSpPr>
          <p:cNvPr id="6" name="object 6"/>
          <p:cNvSpPr txBox="1"/>
          <p:nvPr/>
        </p:nvSpPr>
        <p:spPr>
          <a:xfrm>
            <a:off x="1113434" y="4299233"/>
            <a:ext cx="6382456" cy="392367"/>
          </a:xfrm>
          <a:prstGeom prst="rect">
            <a:avLst/>
          </a:prstGeom>
        </p:spPr>
        <p:txBody>
          <a:bodyPr vert="horz" wrap="square" lIns="0" tIns="0" rIns="0" bIns="0" rtlCol="0">
            <a:spAutoFit/>
          </a:bodyPr>
          <a:lstStyle/>
          <a:p>
            <a:pPr marL="0" marR="0">
              <a:lnSpc>
                <a:spcPts val="2789"/>
              </a:lnSpc>
              <a:spcBef>
                <a:spcPts val="0"/>
              </a:spcBef>
              <a:spcAft>
                <a:spcPts val="0"/>
              </a:spcAft>
            </a:pPr>
            <a:r>
              <a:rPr sz="2400" spc="-50" dirty="0">
                <a:solidFill>
                  <a:srgbClr val="404040"/>
                </a:solidFill>
                <a:latin typeface="MHWTFQ+Trebuchet MS"/>
                <a:cs typeface="MHWTFQ+Trebuchet MS"/>
              </a:rPr>
              <a:t>znaky,</a:t>
            </a:r>
            <a:r>
              <a:rPr sz="2400" spc="75" dirty="0">
                <a:solidFill>
                  <a:srgbClr val="404040"/>
                </a:solidFill>
                <a:latin typeface="MHWTFQ+Trebuchet MS"/>
                <a:cs typeface="MHWTFQ+Trebuchet MS"/>
              </a:rPr>
              <a:t> </a:t>
            </a:r>
            <a:r>
              <a:rPr sz="2400" dirty="0">
                <a:solidFill>
                  <a:srgbClr val="404040"/>
                </a:solidFill>
                <a:latin typeface="MHWTFQ+Trebuchet MS"/>
                <a:cs typeface="MHWTFQ+Trebuchet MS"/>
              </a:rPr>
              <a:t>ochota</a:t>
            </a:r>
            <a:r>
              <a:rPr sz="2400" spc="-50" dirty="0">
                <a:solidFill>
                  <a:srgbClr val="404040"/>
                </a:solidFill>
                <a:latin typeface="MHWTFQ+Trebuchet MS"/>
                <a:cs typeface="MHWTFQ+Trebuchet MS"/>
              </a:rPr>
              <a:t> </a:t>
            </a:r>
            <a:r>
              <a:rPr sz="2400" dirty="0">
                <a:solidFill>
                  <a:srgbClr val="404040"/>
                </a:solidFill>
                <a:latin typeface="MHWTFQ+Trebuchet MS"/>
                <a:cs typeface="MHWTFQ+Trebuchet MS"/>
              </a:rPr>
              <a:t>riskovať</a:t>
            </a:r>
            <a:r>
              <a:rPr sz="2400" spc="-19" dirty="0">
                <a:solidFill>
                  <a:srgbClr val="404040"/>
                </a:solidFill>
                <a:latin typeface="MHWTFQ+Trebuchet MS"/>
                <a:cs typeface="MHWTFQ+Trebuchet MS"/>
              </a:rPr>
              <a:t> </a:t>
            </a:r>
            <a:r>
              <a:rPr sz="2400" dirty="0">
                <a:solidFill>
                  <a:srgbClr val="404040"/>
                </a:solidFill>
                <a:latin typeface="MHWTFQ+Trebuchet MS"/>
                <a:cs typeface="MHWTFQ+Trebuchet MS"/>
              </a:rPr>
              <a:t>v oboch</a:t>
            </a:r>
            <a:r>
              <a:rPr sz="2400" spc="-28" dirty="0">
                <a:solidFill>
                  <a:srgbClr val="404040"/>
                </a:solidFill>
                <a:latin typeface="MHWTFQ+Trebuchet MS"/>
                <a:cs typeface="MHWTFQ+Trebuchet MS"/>
              </a:rPr>
              <a:t> </a:t>
            </a:r>
            <a:r>
              <a:rPr sz="2400" dirty="0">
                <a:solidFill>
                  <a:srgbClr val="404040"/>
                </a:solidFill>
                <a:latin typeface="MHWTFQ+Trebuchet MS"/>
                <a:cs typeface="MHWTFQ+Trebuchet MS"/>
              </a:rPr>
              <a:t>smeroch</a:t>
            </a:r>
            <a:r>
              <a:rPr sz="2400" spc="-24" dirty="0">
                <a:solidFill>
                  <a:srgbClr val="404040"/>
                </a:solidFill>
                <a:latin typeface="MHWTFQ+Trebuchet MS"/>
                <a:cs typeface="MHWTFQ+Trebuchet MS"/>
              </a:rPr>
              <a:t> </a:t>
            </a:r>
            <a:r>
              <a:rPr sz="2400" dirty="0">
                <a:solidFill>
                  <a:srgbClr val="404040"/>
                </a:solidFill>
                <a:latin typeface="MHWTFQ+Trebuchet MS"/>
                <a:cs typeface="MHWTFQ+Trebuchet MS"/>
              </a:rPr>
              <a:t>klesá</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4832" y="-5279"/>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844600" y="524051"/>
            <a:ext cx="8203728" cy="423193"/>
          </a:xfrm>
          <a:prstGeom prst="rect">
            <a:avLst/>
          </a:prstGeom>
        </p:spPr>
        <p:txBody>
          <a:bodyPr vert="horz" wrap="square" lIns="0" tIns="0" rIns="0" bIns="0" rtlCol="0">
            <a:spAutoFit/>
          </a:bodyPr>
          <a:lstStyle/>
          <a:p>
            <a:pPr marL="0" marR="0">
              <a:lnSpc>
                <a:spcPts val="3260"/>
              </a:lnSpc>
              <a:spcBef>
                <a:spcPts val="0"/>
              </a:spcBef>
              <a:spcAft>
                <a:spcPts val="0"/>
              </a:spcAft>
            </a:pPr>
            <a:r>
              <a:rPr sz="2800" dirty="0" err="1">
                <a:solidFill>
                  <a:srgbClr val="404040"/>
                </a:solidFill>
                <a:latin typeface="MHWTFQ+Trebuchet MS"/>
                <a:cs typeface="MHWTFQ+Trebuchet MS"/>
              </a:rPr>
              <a:t>Skupinové</a:t>
            </a:r>
            <a:r>
              <a:rPr sz="2800" spc="-22" dirty="0">
                <a:solidFill>
                  <a:srgbClr val="404040"/>
                </a:solidFill>
                <a:latin typeface="MHWTFQ+Trebuchet MS"/>
                <a:cs typeface="MHWTFQ+Trebuchet MS"/>
              </a:rPr>
              <a:t> </a:t>
            </a:r>
            <a:r>
              <a:rPr sz="2800" dirty="0" err="1" smtClean="0">
                <a:solidFill>
                  <a:srgbClr val="404040"/>
                </a:solidFill>
                <a:latin typeface="MHWTFQ+Trebuchet MS"/>
                <a:cs typeface="MHWTFQ+Trebuchet MS"/>
              </a:rPr>
              <a:t>myslenie</a:t>
            </a:r>
            <a:r>
              <a:rPr lang="sk-SK" sz="2800" dirty="0" smtClean="0">
                <a:solidFill>
                  <a:srgbClr val="404040"/>
                </a:solidFill>
                <a:latin typeface="MHWTFQ+Trebuchet MS"/>
                <a:cs typeface="MHWTFQ+Trebuchet MS"/>
              </a:rPr>
              <a:t>  </a:t>
            </a:r>
            <a:r>
              <a:rPr sz="2800" dirty="0" smtClean="0">
                <a:solidFill>
                  <a:srgbClr val="404040"/>
                </a:solidFill>
                <a:latin typeface="FPBUOD+Trebuchet MS"/>
                <a:cs typeface="FPBUOD+Trebuchet MS"/>
              </a:rPr>
              <a:t>(</a:t>
            </a:r>
            <a:r>
              <a:rPr sz="2800" dirty="0">
                <a:solidFill>
                  <a:srgbClr val="404040"/>
                </a:solidFill>
                <a:latin typeface="FPBUOD+Trebuchet MS"/>
                <a:cs typeface="FPBUOD+Trebuchet MS"/>
              </a:rPr>
              <a:t>Groupthinking)</a:t>
            </a:r>
          </a:p>
        </p:txBody>
      </p:sp>
      <p:sp>
        <p:nvSpPr>
          <p:cNvPr id="4" name="object 4"/>
          <p:cNvSpPr txBox="1"/>
          <p:nvPr/>
        </p:nvSpPr>
        <p:spPr>
          <a:xfrm>
            <a:off x="844600" y="1046303"/>
            <a:ext cx="1300170" cy="303888"/>
          </a:xfrm>
          <a:prstGeom prst="rect">
            <a:avLst/>
          </a:prstGeom>
        </p:spPr>
        <p:txBody>
          <a:bodyPr vert="horz" wrap="square" lIns="0" tIns="0" rIns="0" bIns="0" rtlCol="0">
            <a:spAutoFit/>
          </a:bodyPr>
          <a:lstStyle/>
          <a:p>
            <a:pPr marL="0" marR="0">
              <a:lnSpc>
                <a:spcPts val="2092"/>
              </a:lnSpc>
              <a:spcBef>
                <a:spcPts val="0"/>
              </a:spcBef>
              <a:spcAft>
                <a:spcPts val="0"/>
              </a:spcAft>
            </a:pPr>
            <a:r>
              <a:rPr sz="1800" dirty="0">
                <a:solidFill>
                  <a:srgbClr val="404040"/>
                </a:solidFill>
                <a:latin typeface="FPBUOD+Trebuchet MS"/>
                <a:cs typeface="FPBUOD+Trebuchet MS"/>
              </a:rPr>
              <a:t>Irving Janis</a:t>
            </a:r>
          </a:p>
        </p:txBody>
      </p:sp>
      <p:sp>
        <p:nvSpPr>
          <p:cNvPr id="5" name="object 5"/>
          <p:cNvSpPr txBox="1"/>
          <p:nvPr/>
        </p:nvSpPr>
        <p:spPr>
          <a:xfrm>
            <a:off x="844600" y="1420315"/>
            <a:ext cx="10623969" cy="880742"/>
          </a:xfrm>
          <a:prstGeom prst="rect">
            <a:avLst/>
          </a:prstGeom>
        </p:spPr>
        <p:txBody>
          <a:bodyPr vert="horz" wrap="square" lIns="0" tIns="0" rIns="0" bIns="0" rtlCol="0">
            <a:spAutoFit/>
          </a:bodyPr>
          <a:lstStyle/>
          <a:p>
            <a:pPr marL="0" marR="0">
              <a:lnSpc>
                <a:spcPts val="2312"/>
              </a:lnSpc>
              <a:spcBef>
                <a:spcPts val="0"/>
              </a:spcBef>
              <a:spcAft>
                <a:spcPts val="0"/>
              </a:spcAft>
            </a:pPr>
            <a:r>
              <a:rPr sz="2000" dirty="0" smtClean="0">
                <a:solidFill>
                  <a:srgbClr val="404040"/>
                </a:solidFill>
                <a:latin typeface="MHWTFQ+Trebuchet MS"/>
                <a:cs typeface="MHWTFQ+Trebuchet MS"/>
              </a:rPr>
              <a:t>= </a:t>
            </a:r>
            <a:r>
              <a:rPr sz="2000" dirty="0">
                <a:solidFill>
                  <a:srgbClr val="404040"/>
                </a:solidFill>
                <a:latin typeface="MHWTFQ+Trebuchet MS"/>
                <a:cs typeface="MHWTFQ+Trebuchet MS"/>
              </a:rPr>
              <a:t>spôsob myslenia,</a:t>
            </a:r>
            <a:r>
              <a:rPr sz="2000" spc="30" dirty="0">
                <a:solidFill>
                  <a:srgbClr val="404040"/>
                </a:solidFill>
                <a:latin typeface="MHWTFQ+Trebuchet MS"/>
                <a:cs typeface="MHWTFQ+Trebuchet MS"/>
              </a:rPr>
              <a:t> </a:t>
            </a:r>
            <a:r>
              <a:rPr sz="2000" dirty="0">
                <a:solidFill>
                  <a:srgbClr val="404040"/>
                </a:solidFill>
                <a:latin typeface="MHWTFQ+Trebuchet MS"/>
                <a:cs typeface="MHWTFQ+Trebuchet MS"/>
              </a:rPr>
              <a:t>ktorému</a:t>
            </a:r>
            <a:r>
              <a:rPr sz="2000" spc="14" dirty="0">
                <a:solidFill>
                  <a:srgbClr val="404040"/>
                </a:solidFill>
                <a:latin typeface="MHWTFQ+Trebuchet MS"/>
                <a:cs typeface="MHWTFQ+Trebuchet MS"/>
              </a:rPr>
              <a:t> </a:t>
            </a:r>
            <a:r>
              <a:rPr sz="2000" dirty="0">
                <a:solidFill>
                  <a:srgbClr val="404040"/>
                </a:solidFill>
                <a:latin typeface="MHWTFQ+Trebuchet MS"/>
                <a:cs typeface="MHWTFQ+Trebuchet MS"/>
              </a:rPr>
              <a:t>ľudia prepadnú,</a:t>
            </a:r>
            <a:r>
              <a:rPr sz="2000" spc="54" dirty="0">
                <a:solidFill>
                  <a:srgbClr val="404040"/>
                </a:solidFill>
                <a:latin typeface="MHWTFQ+Trebuchet MS"/>
                <a:cs typeface="MHWTFQ+Trebuchet MS"/>
              </a:rPr>
              <a:t> </a:t>
            </a:r>
            <a:r>
              <a:rPr sz="2000" dirty="0">
                <a:solidFill>
                  <a:srgbClr val="404040"/>
                </a:solidFill>
                <a:latin typeface="MHWTFQ+Trebuchet MS"/>
                <a:cs typeface="MHWTFQ+Trebuchet MS"/>
              </a:rPr>
              <a:t>ak sú</a:t>
            </a:r>
            <a:r>
              <a:rPr sz="2000" spc="-13" dirty="0">
                <a:solidFill>
                  <a:srgbClr val="404040"/>
                </a:solidFill>
                <a:latin typeface="MHWTFQ+Trebuchet MS"/>
                <a:cs typeface="MHWTFQ+Trebuchet MS"/>
              </a:rPr>
              <a:t> </a:t>
            </a:r>
            <a:r>
              <a:rPr sz="2000" dirty="0">
                <a:solidFill>
                  <a:srgbClr val="404040"/>
                </a:solidFill>
                <a:latin typeface="MHWTFQ+Trebuchet MS"/>
                <a:cs typeface="MHWTFQ+Trebuchet MS"/>
              </a:rPr>
              <a:t>členmi</a:t>
            </a:r>
            <a:r>
              <a:rPr sz="2000" spc="62" dirty="0">
                <a:solidFill>
                  <a:srgbClr val="404040"/>
                </a:solidFill>
                <a:latin typeface="MHWTFQ+Trebuchet MS"/>
                <a:cs typeface="MHWTFQ+Trebuchet MS"/>
              </a:rPr>
              <a:t> </a:t>
            </a:r>
            <a:r>
              <a:rPr sz="2000" dirty="0">
                <a:solidFill>
                  <a:srgbClr val="404040"/>
                </a:solidFill>
                <a:latin typeface="MHWTFQ+Trebuchet MS"/>
                <a:cs typeface="MHWTFQ+Trebuchet MS"/>
              </a:rPr>
              <a:t>výrazne</a:t>
            </a:r>
            <a:r>
              <a:rPr sz="2000" spc="-15" dirty="0">
                <a:solidFill>
                  <a:srgbClr val="404040"/>
                </a:solidFill>
                <a:latin typeface="MHWTFQ+Trebuchet MS"/>
                <a:cs typeface="MHWTFQ+Trebuchet MS"/>
              </a:rPr>
              <a:t> </a:t>
            </a:r>
            <a:r>
              <a:rPr sz="2000" dirty="0">
                <a:solidFill>
                  <a:srgbClr val="404040"/>
                </a:solidFill>
                <a:latin typeface="MHWTFQ+Trebuchet MS"/>
                <a:cs typeface="MHWTFQ+Trebuchet MS"/>
              </a:rPr>
              <a:t>súdržnej</a:t>
            </a:r>
            <a:r>
              <a:rPr sz="2000" spc="63" dirty="0">
                <a:solidFill>
                  <a:srgbClr val="404040"/>
                </a:solidFill>
                <a:latin typeface="MHWTFQ+Trebuchet MS"/>
                <a:cs typeface="MHWTFQ+Trebuchet MS"/>
              </a:rPr>
              <a:t> </a:t>
            </a:r>
            <a:r>
              <a:rPr sz="2000" spc="-34" dirty="0">
                <a:solidFill>
                  <a:srgbClr val="404040"/>
                </a:solidFill>
                <a:latin typeface="FPBUOD+Trebuchet MS"/>
                <a:cs typeface="FPBUOD+Trebuchet MS"/>
              </a:rPr>
              <a:t>skupiny,</a:t>
            </a:r>
            <a:r>
              <a:rPr sz="2000" spc="38" dirty="0">
                <a:solidFill>
                  <a:srgbClr val="404040"/>
                </a:solidFill>
                <a:latin typeface="FPBUOD+Trebuchet MS"/>
                <a:cs typeface="FPBUOD+Trebuchet MS"/>
              </a:rPr>
              <a:t> </a:t>
            </a:r>
            <a:r>
              <a:rPr sz="2000" dirty="0">
                <a:solidFill>
                  <a:srgbClr val="404040"/>
                </a:solidFill>
                <a:latin typeface="FPBUOD+Trebuchet MS"/>
                <a:cs typeface="FPBUOD+Trebuchet MS"/>
              </a:rPr>
              <a:t>v</a:t>
            </a:r>
          </a:p>
          <a:p>
            <a:pPr marL="344728" marR="0">
              <a:lnSpc>
                <a:spcPts val="2160"/>
              </a:lnSpc>
              <a:spcBef>
                <a:spcPts val="0"/>
              </a:spcBef>
              <a:spcAft>
                <a:spcPts val="0"/>
              </a:spcAft>
            </a:pPr>
            <a:r>
              <a:rPr sz="2000" dirty="0">
                <a:solidFill>
                  <a:srgbClr val="404040"/>
                </a:solidFill>
                <a:latin typeface="MHWTFQ+Trebuchet MS"/>
                <a:cs typeface="MHWTFQ+Trebuchet MS"/>
              </a:rPr>
              <a:t>ktorej</a:t>
            </a:r>
            <a:r>
              <a:rPr sz="2000" spc="10" dirty="0">
                <a:solidFill>
                  <a:srgbClr val="404040"/>
                </a:solidFill>
                <a:latin typeface="MHWTFQ+Trebuchet MS"/>
                <a:cs typeface="MHWTFQ+Trebuchet MS"/>
              </a:rPr>
              <a:t> </a:t>
            </a:r>
            <a:r>
              <a:rPr sz="2000" dirty="0">
                <a:solidFill>
                  <a:srgbClr val="404040"/>
                </a:solidFill>
                <a:latin typeface="MHWTFQ+Trebuchet MS"/>
                <a:cs typeface="MHWTFQ+Trebuchet MS"/>
              </a:rPr>
              <a:t>snaha o dosiahnutie</a:t>
            </a:r>
            <a:r>
              <a:rPr sz="2000" spc="13" dirty="0">
                <a:solidFill>
                  <a:srgbClr val="404040"/>
                </a:solidFill>
                <a:latin typeface="MHWTFQ+Trebuchet MS"/>
                <a:cs typeface="MHWTFQ+Trebuchet MS"/>
              </a:rPr>
              <a:t> </a:t>
            </a:r>
            <a:r>
              <a:rPr sz="2000" dirty="0">
                <a:solidFill>
                  <a:srgbClr val="404040"/>
                </a:solidFill>
                <a:latin typeface="MHWTFQ+Trebuchet MS"/>
                <a:cs typeface="MHWTFQ+Trebuchet MS"/>
              </a:rPr>
              <a:t>jednomyseľnosti</a:t>
            </a:r>
            <a:r>
              <a:rPr sz="2000" spc="55" dirty="0">
                <a:solidFill>
                  <a:srgbClr val="404040"/>
                </a:solidFill>
                <a:latin typeface="MHWTFQ+Trebuchet MS"/>
                <a:cs typeface="MHWTFQ+Trebuchet MS"/>
              </a:rPr>
              <a:t> </a:t>
            </a:r>
            <a:r>
              <a:rPr sz="2000" dirty="0">
                <a:solidFill>
                  <a:srgbClr val="404040"/>
                </a:solidFill>
                <a:latin typeface="MHWTFQ+Trebuchet MS"/>
                <a:cs typeface="MHWTFQ+Trebuchet MS"/>
              </a:rPr>
              <a:t>víťazí nad motiváciou</a:t>
            </a:r>
            <a:r>
              <a:rPr sz="2000" spc="-15" dirty="0">
                <a:solidFill>
                  <a:srgbClr val="404040"/>
                </a:solidFill>
                <a:latin typeface="MHWTFQ+Trebuchet MS"/>
                <a:cs typeface="MHWTFQ+Trebuchet MS"/>
              </a:rPr>
              <a:t> </a:t>
            </a:r>
            <a:r>
              <a:rPr sz="2000" dirty="0">
                <a:solidFill>
                  <a:srgbClr val="404040"/>
                </a:solidFill>
                <a:latin typeface="MHWTFQ+Trebuchet MS"/>
                <a:cs typeface="MHWTFQ+Trebuchet MS"/>
              </a:rPr>
              <a:t>k vecnému</a:t>
            </a:r>
            <a:r>
              <a:rPr sz="2000" spc="14" dirty="0">
                <a:solidFill>
                  <a:srgbClr val="404040"/>
                </a:solidFill>
                <a:latin typeface="MHWTFQ+Trebuchet MS"/>
                <a:cs typeface="MHWTFQ+Trebuchet MS"/>
              </a:rPr>
              <a:t> </a:t>
            </a:r>
            <a:r>
              <a:rPr sz="2000" dirty="0">
                <a:solidFill>
                  <a:srgbClr val="404040"/>
                </a:solidFill>
                <a:latin typeface="MHWTFQ+Trebuchet MS"/>
                <a:cs typeface="MHWTFQ+Trebuchet MS"/>
              </a:rPr>
              <a:t>hodnoteniu</a:t>
            </a:r>
          </a:p>
          <a:p>
            <a:pPr marL="344728" marR="0">
              <a:lnSpc>
                <a:spcPts val="2161"/>
              </a:lnSpc>
              <a:spcBef>
                <a:spcPts val="0"/>
              </a:spcBef>
              <a:spcAft>
                <a:spcPts val="0"/>
              </a:spcAft>
            </a:pPr>
            <a:r>
              <a:rPr sz="2000" dirty="0">
                <a:solidFill>
                  <a:srgbClr val="404040"/>
                </a:solidFill>
                <a:latin typeface="MHWTFQ+Trebuchet MS"/>
                <a:cs typeface="MHWTFQ+Trebuchet MS"/>
              </a:rPr>
              <a:t>možnosti konať</a:t>
            </a:r>
            <a:r>
              <a:rPr sz="2000" spc="31" dirty="0">
                <a:solidFill>
                  <a:srgbClr val="404040"/>
                </a:solidFill>
                <a:latin typeface="MHWTFQ+Trebuchet MS"/>
                <a:cs typeface="MHWTFQ+Trebuchet MS"/>
              </a:rPr>
              <a:t> </a:t>
            </a:r>
            <a:r>
              <a:rPr sz="2000" dirty="0">
                <a:solidFill>
                  <a:srgbClr val="404040"/>
                </a:solidFill>
                <a:latin typeface="FPBUOD+Trebuchet MS"/>
                <a:cs typeface="FPBUOD+Trebuchet MS"/>
              </a:rPr>
              <a:t>inak</a:t>
            </a:r>
          </a:p>
        </p:txBody>
      </p:sp>
      <p:sp>
        <p:nvSpPr>
          <p:cNvPr id="6" name="object 6"/>
          <p:cNvSpPr txBox="1"/>
          <p:nvPr/>
        </p:nvSpPr>
        <p:spPr>
          <a:xfrm>
            <a:off x="844600" y="2745214"/>
            <a:ext cx="1394909" cy="303535"/>
          </a:xfrm>
          <a:prstGeom prst="rect">
            <a:avLst/>
          </a:prstGeom>
        </p:spPr>
        <p:txBody>
          <a:bodyPr vert="horz" wrap="square" lIns="0" tIns="0" rIns="0" bIns="0" rtlCol="0">
            <a:spAutoFit/>
          </a:bodyPr>
          <a:lstStyle/>
          <a:p>
            <a:pPr marL="0" marR="0">
              <a:lnSpc>
                <a:spcPts val="2090"/>
              </a:lnSpc>
              <a:spcBef>
                <a:spcPts val="0"/>
              </a:spcBef>
              <a:spcAft>
                <a:spcPts val="0"/>
              </a:spcAft>
            </a:pPr>
            <a:r>
              <a:rPr sz="1450" dirty="0">
                <a:solidFill>
                  <a:srgbClr val="5FCBEF"/>
                </a:solidFill>
                <a:latin typeface="BAQUAG+Arial"/>
                <a:cs typeface="BAQUAG+Arial"/>
              </a:rPr>
              <a:t>•</a:t>
            </a:r>
            <a:r>
              <a:rPr sz="1450" spc="1844" dirty="0">
                <a:solidFill>
                  <a:srgbClr val="5FCBEF"/>
                </a:solidFill>
                <a:latin typeface="Times New Roman"/>
                <a:cs typeface="Times New Roman"/>
              </a:rPr>
              <a:t> </a:t>
            </a:r>
            <a:r>
              <a:rPr sz="1800" b="1" dirty="0">
                <a:solidFill>
                  <a:srgbClr val="404040"/>
                </a:solidFill>
                <a:latin typeface="RBLPUO+Trebuchet MS Bold"/>
                <a:cs typeface="RBLPUO+Trebuchet MS Bold"/>
              </a:rPr>
              <a:t>prejavy:</a:t>
            </a:r>
          </a:p>
        </p:txBody>
      </p:sp>
      <p:sp>
        <p:nvSpPr>
          <p:cNvPr id="7" name="object 7"/>
          <p:cNvSpPr txBox="1"/>
          <p:nvPr/>
        </p:nvSpPr>
        <p:spPr>
          <a:xfrm>
            <a:off x="844600" y="3119832"/>
            <a:ext cx="2649138" cy="303889"/>
          </a:xfrm>
          <a:prstGeom prst="rect">
            <a:avLst/>
          </a:prstGeom>
        </p:spPr>
        <p:txBody>
          <a:bodyPr vert="horz" wrap="square" lIns="0" tIns="0" rIns="0" bIns="0" rtlCol="0">
            <a:spAutoFit/>
          </a:bodyPr>
          <a:lstStyle/>
          <a:p>
            <a:pPr marL="0" marR="0">
              <a:lnSpc>
                <a:spcPts val="2092"/>
              </a:lnSpc>
              <a:spcBef>
                <a:spcPts val="0"/>
              </a:spcBef>
              <a:spcAft>
                <a:spcPts val="0"/>
              </a:spcAft>
            </a:pPr>
            <a:r>
              <a:rPr sz="1450" dirty="0">
                <a:solidFill>
                  <a:srgbClr val="5FCBEF"/>
                </a:solidFill>
                <a:latin typeface="FPBUOD+Trebuchet MS"/>
                <a:cs typeface="FPBUOD+Trebuchet MS"/>
              </a:rPr>
              <a:t>-</a:t>
            </a:r>
            <a:r>
              <a:rPr sz="1450" spc="1745" dirty="0">
                <a:solidFill>
                  <a:srgbClr val="5FCBEF"/>
                </a:solidFill>
                <a:latin typeface="FPBUOD+Trebuchet MS"/>
                <a:cs typeface="FPBUOD+Trebuchet MS"/>
              </a:rPr>
              <a:t> </a:t>
            </a:r>
            <a:r>
              <a:rPr sz="1800" dirty="0">
                <a:solidFill>
                  <a:srgbClr val="404040"/>
                </a:solidFill>
                <a:latin typeface="FPBUOD+Trebuchet MS"/>
                <a:cs typeface="FPBUOD+Trebuchet MS"/>
              </a:rPr>
              <a:t>i</a:t>
            </a:r>
            <a:r>
              <a:rPr sz="1800" dirty="0">
                <a:solidFill>
                  <a:srgbClr val="404040"/>
                </a:solidFill>
                <a:latin typeface="MHWTFQ+Trebuchet MS"/>
                <a:cs typeface="MHWTFQ+Trebuchet MS"/>
              </a:rPr>
              <a:t>lúzia nezraniteľnosti</a:t>
            </a:r>
          </a:p>
        </p:txBody>
      </p:sp>
      <p:sp>
        <p:nvSpPr>
          <p:cNvPr id="8" name="object 8"/>
          <p:cNvSpPr txBox="1"/>
          <p:nvPr/>
        </p:nvSpPr>
        <p:spPr>
          <a:xfrm>
            <a:off x="844600" y="3495403"/>
            <a:ext cx="7100928" cy="1050549"/>
          </a:xfrm>
          <a:prstGeom prst="rect">
            <a:avLst/>
          </a:prstGeom>
        </p:spPr>
        <p:txBody>
          <a:bodyPr vert="horz" wrap="square" lIns="0" tIns="0" rIns="0" bIns="0" rtlCol="0">
            <a:spAutoFit/>
          </a:bodyPr>
          <a:lstStyle/>
          <a:p>
            <a:pPr marL="0" marR="0">
              <a:lnSpc>
                <a:spcPts val="2090"/>
              </a:lnSpc>
              <a:spcBef>
                <a:spcPts val="0"/>
              </a:spcBef>
              <a:spcAft>
                <a:spcPts val="0"/>
              </a:spcAft>
            </a:pPr>
            <a:r>
              <a:rPr sz="1450" dirty="0">
                <a:solidFill>
                  <a:srgbClr val="5FCBEF"/>
                </a:solidFill>
                <a:latin typeface="FPBUOD+Trebuchet MS"/>
                <a:cs typeface="FPBUOD+Trebuchet MS"/>
              </a:rPr>
              <a:t>-</a:t>
            </a:r>
            <a:r>
              <a:rPr sz="1450" spc="1745" dirty="0">
                <a:solidFill>
                  <a:srgbClr val="5FCBEF"/>
                </a:solidFill>
                <a:latin typeface="FPBUOD+Trebuchet MS"/>
                <a:cs typeface="FPBUOD+Trebuchet MS"/>
              </a:rPr>
              <a:t> </a:t>
            </a:r>
            <a:r>
              <a:rPr sz="1800" dirty="0">
                <a:solidFill>
                  <a:srgbClr val="404040"/>
                </a:solidFill>
                <a:latin typeface="FPBUOD+Trebuchet MS"/>
                <a:cs typeface="FPBUOD+Trebuchet MS"/>
              </a:rPr>
              <a:t>r</a:t>
            </a:r>
            <a:r>
              <a:rPr sz="1800" dirty="0">
                <a:solidFill>
                  <a:srgbClr val="404040"/>
                </a:solidFill>
                <a:latin typeface="MHWTFQ+Trebuchet MS"/>
                <a:cs typeface="MHWTFQ+Trebuchet MS"/>
              </a:rPr>
              <a:t>acionalizácia</a:t>
            </a:r>
            <a:r>
              <a:rPr sz="1800" spc="58" dirty="0">
                <a:solidFill>
                  <a:srgbClr val="404040"/>
                </a:solidFill>
                <a:latin typeface="MHWTFQ+Trebuchet MS"/>
                <a:cs typeface="MHWTFQ+Trebuchet MS"/>
              </a:rPr>
              <a:t> </a:t>
            </a:r>
            <a:r>
              <a:rPr sz="1800" dirty="0">
                <a:solidFill>
                  <a:srgbClr val="404040"/>
                </a:solidFill>
                <a:latin typeface="MHWTFQ+Trebuchet MS"/>
                <a:cs typeface="MHWTFQ+Trebuchet MS"/>
              </a:rPr>
              <a:t>chybných rozhodnutí</a:t>
            </a:r>
          </a:p>
          <a:p>
            <a:pPr marL="0" marR="0">
              <a:lnSpc>
                <a:spcPts val="2092"/>
              </a:lnSpc>
              <a:spcBef>
                <a:spcPts val="835"/>
              </a:spcBef>
              <a:spcAft>
                <a:spcPts val="0"/>
              </a:spcAft>
            </a:pPr>
            <a:r>
              <a:rPr sz="1450" dirty="0">
                <a:solidFill>
                  <a:srgbClr val="5FCBEF"/>
                </a:solidFill>
                <a:latin typeface="FPBUOD+Trebuchet MS"/>
                <a:cs typeface="FPBUOD+Trebuchet MS"/>
              </a:rPr>
              <a:t>-</a:t>
            </a:r>
            <a:r>
              <a:rPr sz="1450" spc="1745" dirty="0">
                <a:solidFill>
                  <a:srgbClr val="5FCBEF"/>
                </a:solidFill>
                <a:latin typeface="FPBUOD+Trebuchet MS"/>
                <a:cs typeface="FPBUOD+Trebuchet MS"/>
              </a:rPr>
              <a:t> </a:t>
            </a:r>
            <a:r>
              <a:rPr sz="1800" dirty="0">
                <a:solidFill>
                  <a:srgbClr val="404040"/>
                </a:solidFill>
                <a:latin typeface="FPBUOD+Trebuchet MS"/>
                <a:cs typeface="FPBUOD+Trebuchet MS"/>
              </a:rPr>
              <a:t>viera</a:t>
            </a:r>
            <a:r>
              <a:rPr sz="1800" spc="20" dirty="0">
                <a:solidFill>
                  <a:srgbClr val="404040"/>
                </a:solidFill>
                <a:latin typeface="FPBUOD+Trebuchet MS"/>
                <a:cs typeface="FPBUOD+Trebuchet MS"/>
              </a:rPr>
              <a:t> </a:t>
            </a:r>
            <a:r>
              <a:rPr sz="1800" dirty="0">
                <a:solidFill>
                  <a:srgbClr val="404040"/>
                </a:solidFill>
                <a:latin typeface="MHWTFQ+Trebuchet MS"/>
                <a:cs typeface="MHWTFQ+Trebuchet MS"/>
              </a:rPr>
              <a:t>v morálnu</a:t>
            </a:r>
            <a:r>
              <a:rPr sz="1800" spc="32" dirty="0">
                <a:solidFill>
                  <a:srgbClr val="404040"/>
                </a:solidFill>
                <a:latin typeface="MHWTFQ+Trebuchet MS"/>
                <a:cs typeface="MHWTFQ+Trebuchet MS"/>
              </a:rPr>
              <a:t> </a:t>
            </a:r>
            <a:r>
              <a:rPr sz="1800" dirty="0">
                <a:solidFill>
                  <a:srgbClr val="404040"/>
                </a:solidFill>
                <a:latin typeface="MHWTFQ+Trebuchet MS"/>
                <a:cs typeface="MHWTFQ+Trebuchet MS"/>
              </a:rPr>
              <a:t>oprávnenosť</a:t>
            </a:r>
            <a:r>
              <a:rPr sz="1800" spc="30" dirty="0">
                <a:solidFill>
                  <a:srgbClr val="404040"/>
                </a:solidFill>
                <a:latin typeface="MHWTFQ+Trebuchet MS"/>
                <a:cs typeface="MHWTFQ+Trebuchet MS"/>
              </a:rPr>
              <a:t> </a:t>
            </a:r>
            <a:r>
              <a:rPr sz="1800" dirty="0">
                <a:solidFill>
                  <a:srgbClr val="404040"/>
                </a:solidFill>
                <a:latin typeface="MHWTFQ+Trebuchet MS"/>
                <a:cs typeface="MHWTFQ+Trebuchet MS"/>
              </a:rPr>
              <a:t>existencie</a:t>
            </a:r>
            <a:r>
              <a:rPr sz="1800" spc="11" dirty="0">
                <a:solidFill>
                  <a:srgbClr val="404040"/>
                </a:solidFill>
                <a:latin typeface="MHWTFQ+Trebuchet MS"/>
                <a:cs typeface="MHWTFQ+Trebuchet MS"/>
              </a:rPr>
              <a:t> </a:t>
            </a:r>
            <a:r>
              <a:rPr sz="1800" dirty="0">
                <a:solidFill>
                  <a:srgbClr val="404040"/>
                </a:solidFill>
                <a:latin typeface="MHWTFQ+Trebuchet MS"/>
                <a:cs typeface="MHWTFQ+Trebuchet MS"/>
              </a:rPr>
              <a:t>skupiny</a:t>
            </a:r>
            <a:r>
              <a:rPr sz="1800" spc="10" dirty="0">
                <a:solidFill>
                  <a:srgbClr val="404040"/>
                </a:solidFill>
                <a:latin typeface="MHWTFQ+Trebuchet MS"/>
                <a:cs typeface="MHWTFQ+Trebuchet MS"/>
              </a:rPr>
              <a:t> </a:t>
            </a:r>
            <a:r>
              <a:rPr sz="1800" dirty="0">
                <a:solidFill>
                  <a:srgbClr val="404040"/>
                </a:solidFill>
                <a:latin typeface="MHWTFQ+Trebuchet MS"/>
                <a:cs typeface="MHWTFQ+Trebuchet MS"/>
              </a:rPr>
              <a:t>a jej</a:t>
            </a:r>
            <a:r>
              <a:rPr sz="1800" spc="-31" dirty="0">
                <a:solidFill>
                  <a:srgbClr val="404040"/>
                </a:solidFill>
                <a:latin typeface="MHWTFQ+Trebuchet MS"/>
                <a:cs typeface="MHWTFQ+Trebuchet MS"/>
              </a:rPr>
              <a:t> </a:t>
            </a:r>
            <a:r>
              <a:rPr sz="1800" dirty="0">
                <a:solidFill>
                  <a:srgbClr val="404040"/>
                </a:solidFill>
                <a:latin typeface="MHWTFQ+Trebuchet MS"/>
                <a:cs typeface="MHWTFQ+Trebuchet MS"/>
              </a:rPr>
              <a:t>rozhodnutí</a:t>
            </a:r>
          </a:p>
          <a:p>
            <a:pPr marL="0" marR="0">
              <a:lnSpc>
                <a:spcPts val="2090"/>
              </a:lnSpc>
              <a:spcBef>
                <a:spcPts val="863"/>
              </a:spcBef>
              <a:spcAft>
                <a:spcPts val="0"/>
              </a:spcAft>
            </a:pPr>
            <a:r>
              <a:rPr sz="1450" dirty="0">
                <a:solidFill>
                  <a:srgbClr val="5FCBEF"/>
                </a:solidFill>
                <a:latin typeface="FPBUOD+Trebuchet MS"/>
                <a:cs typeface="FPBUOD+Trebuchet MS"/>
              </a:rPr>
              <a:t>-</a:t>
            </a:r>
            <a:r>
              <a:rPr sz="1450" spc="1745" dirty="0">
                <a:solidFill>
                  <a:srgbClr val="5FCBEF"/>
                </a:solidFill>
                <a:latin typeface="FPBUOD+Trebuchet MS"/>
                <a:cs typeface="FPBUOD+Trebuchet MS"/>
              </a:rPr>
              <a:t> </a:t>
            </a:r>
            <a:r>
              <a:rPr sz="1800" spc="-10" dirty="0">
                <a:solidFill>
                  <a:srgbClr val="404040"/>
                </a:solidFill>
                <a:latin typeface="FPBUOD+Trebuchet MS"/>
                <a:cs typeface="FPBUOD+Trebuchet MS"/>
              </a:rPr>
              <a:t>a</a:t>
            </a:r>
            <a:r>
              <a:rPr sz="1800" dirty="0">
                <a:solidFill>
                  <a:srgbClr val="404040"/>
                </a:solidFill>
                <a:latin typeface="MHWTFQ+Trebuchet MS"/>
                <a:cs typeface="MHWTFQ+Trebuchet MS"/>
              </a:rPr>
              <a:t>utocenzúra</a:t>
            </a:r>
          </a:p>
        </p:txBody>
      </p:sp>
      <p:sp>
        <p:nvSpPr>
          <p:cNvPr id="9" name="object 9"/>
          <p:cNvSpPr txBox="1"/>
          <p:nvPr/>
        </p:nvSpPr>
        <p:spPr>
          <a:xfrm>
            <a:off x="844600" y="4617035"/>
            <a:ext cx="6849771" cy="1426119"/>
          </a:xfrm>
          <a:prstGeom prst="rect">
            <a:avLst/>
          </a:prstGeom>
        </p:spPr>
        <p:txBody>
          <a:bodyPr vert="horz" wrap="square" lIns="0" tIns="0" rIns="0" bIns="0" rtlCol="0">
            <a:spAutoFit/>
          </a:bodyPr>
          <a:lstStyle/>
          <a:p>
            <a:pPr marL="0" marR="0">
              <a:lnSpc>
                <a:spcPts val="2092"/>
              </a:lnSpc>
              <a:spcBef>
                <a:spcPts val="0"/>
              </a:spcBef>
              <a:spcAft>
                <a:spcPts val="0"/>
              </a:spcAft>
            </a:pPr>
            <a:r>
              <a:rPr sz="1450" dirty="0">
                <a:solidFill>
                  <a:srgbClr val="5FCBEF"/>
                </a:solidFill>
                <a:latin typeface="FPBUOD+Trebuchet MS"/>
                <a:cs typeface="FPBUOD+Trebuchet MS"/>
              </a:rPr>
              <a:t>-</a:t>
            </a:r>
            <a:r>
              <a:rPr sz="1450" spc="1745" dirty="0">
                <a:solidFill>
                  <a:srgbClr val="5FCBEF"/>
                </a:solidFill>
                <a:latin typeface="FPBUOD+Trebuchet MS"/>
                <a:cs typeface="FPBUOD+Trebuchet MS"/>
              </a:rPr>
              <a:t> </a:t>
            </a:r>
            <a:r>
              <a:rPr sz="1800" dirty="0">
                <a:solidFill>
                  <a:srgbClr val="404040"/>
                </a:solidFill>
                <a:latin typeface="FPBUOD+Trebuchet MS"/>
                <a:cs typeface="FPBUOD+Trebuchet MS"/>
              </a:rPr>
              <a:t>i</a:t>
            </a:r>
            <a:r>
              <a:rPr sz="1800" dirty="0">
                <a:solidFill>
                  <a:srgbClr val="404040"/>
                </a:solidFill>
                <a:latin typeface="MHWTFQ+Trebuchet MS"/>
                <a:cs typeface="MHWTFQ+Trebuchet MS"/>
              </a:rPr>
              <a:t>lúzia jednomyseľnosti,</a:t>
            </a:r>
            <a:r>
              <a:rPr sz="1800" spc="19" dirty="0">
                <a:solidFill>
                  <a:srgbClr val="404040"/>
                </a:solidFill>
                <a:latin typeface="MHWTFQ+Trebuchet MS"/>
                <a:cs typeface="MHWTFQ+Trebuchet MS"/>
              </a:rPr>
              <a:t> </a:t>
            </a:r>
            <a:r>
              <a:rPr sz="1800" dirty="0">
                <a:solidFill>
                  <a:srgbClr val="404040"/>
                </a:solidFill>
                <a:latin typeface="MHWTFQ+Trebuchet MS"/>
                <a:cs typeface="MHWTFQ+Trebuchet MS"/>
              </a:rPr>
              <a:t>tlak</a:t>
            </a:r>
            <a:r>
              <a:rPr sz="1800" spc="15" dirty="0">
                <a:solidFill>
                  <a:srgbClr val="404040"/>
                </a:solidFill>
                <a:latin typeface="MHWTFQ+Trebuchet MS"/>
                <a:cs typeface="MHWTFQ+Trebuchet MS"/>
              </a:rPr>
              <a:t> </a:t>
            </a:r>
            <a:r>
              <a:rPr sz="1800" dirty="0">
                <a:solidFill>
                  <a:srgbClr val="404040"/>
                </a:solidFill>
                <a:latin typeface="MHWTFQ+Trebuchet MS"/>
                <a:cs typeface="MHWTFQ+Trebuchet MS"/>
              </a:rPr>
              <a:t>na nekonformných členov</a:t>
            </a:r>
            <a:r>
              <a:rPr sz="1800" spc="15" dirty="0">
                <a:solidFill>
                  <a:srgbClr val="404040"/>
                </a:solidFill>
                <a:latin typeface="MHWTFQ+Trebuchet MS"/>
                <a:cs typeface="MHWTFQ+Trebuchet MS"/>
              </a:rPr>
              <a:t> </a:t>
            </a:r>
            <a:r>
              <a:rPr sz="1800" dirty="0">
                <a:solidFill>
                  <a:srgbClr val="404040"/>
                </a:solidFill>
                <a:latin typeface="MHWTFQ+Trebuchet MS"/>
                <a:cs typeface="MHWTFQ+Trebuchet MS"/>
              </a:rPr>
              <a:t>skupiny</a:t>
            </a:r>
          </a:p>
          <a:p>
            <a:pPr marL="0" marR="0">
              <a:lnSpc>
                <a:spcPts val="2090"/>
              </a:lnSpc>
              <a:spcBef>
                <a:spcPts val="840"/>
              </a:spcBef>
              <a:spcAft>
                <a:spcPts val="0"/>
              </a:spcAft>
            </a:pPr>
            <a:r>
              <a:rPr sz="1450" dirty="0">
                <a:solidFill>
                  <a:srgbClr val="5FCBEF"/>
                </a:solidFill>
                <a:latin typeface="FPBUOD+Trebuchet MS"/>
                <a:cs typeface="FPBUOD+Trebuchet MS"/>
              </a:rPr>
              <a:t>-</a:t>
            </a:r>
            <a:r>
              <a:rPr sz="1450" spc="1745" dirty="0">
                <a:solidFill>
                  <a:srgbClr val="5FCBEF"/>
                </a:solidFill>
                <a:latin typeface="FPBUOD+Trebuchet MS"/>
                <a:cs typeface="FPBUOD+Trebuchet MS"/>
              </a:rPr>
              <a:t> </a:t>
            </a:r>
            <a:r>
              <a:rPr sz="1800" dirty="0">
                <a:solidFill>
                  <a:srgbClr val="404040"/>
                </a:solidFill>
                <a:latin typeface="FPBUOD+Trebuchet MS"/>
                <a:cs typeface="FPBUOD+Trebuchet MS"/>
              </a:rPr>
              <a:t>ochrana</a:t>
            </a:r>
            <a:r>
              <a:rPr sz="1800" spc="28" dirty="0">
                <a:solidFill>
                  <a:srgbClr val="404040"/>
                </a:solidFill>
                <a:latin typeface="FPBUOD+Trebuchet MS"/>
                <a:cs typeface="FPBUOD+Trebuchet MS"/>
              </a:rPr>
              <a:t> </a:t>
            </a:r>
            <a:r>
              <a:rPr sz="1800" dirty="0">
                <a:solidFill>
                  <a:srgbClr val="404040"/>
                </a:solidFill>
                <a:latin typeface="MHWTFQ+Trebuchet MS"/>
                <a:cs typeface="MHWTFQ+Trebuchet MS"/>
              </a:rPr>
              <a:t>vedomia</a:t>
            </a:r>
            <a:r>
              <a:rPr sz="1800" spc="24" dirty="0">
                <a:solidFill>
                  <a:srgbClr val="404040"/>
                </a:solidFill>
                <a:latin typeface="MHWTFQ+Trebuchet MS"/>
                <a:cs typeface="MHWTFQ+Trebuchet MS"/>
              </a:rPr>
              <a:t> </a:t>
            </a:r>
            <a:r>
              <a:rPr sz="1800" dirty="0">
                <a:solidFill>
                  <a:srgbClr val="404040"/>
                </a:solidFill>
                <a:latin typeface="MHWTFQ+Trebuchet MS"/>
                <a:cs typeface="MHWTFQ+Trebuchet MS"/>
              </a:rPr>
              <a:t>pred</a:t>
            </a:r>
            <a:r>
              <a:rPr sz="1800" spc="-11" dirty="0">
                <a:solidFill>
                  <a:srgbClr val="404040"/>
                </a:solidFill>
                <a:latin typeface="MHWTFQ+Trebuchet MS"/>
                <a:cs typeface="MHWTFQ+Trebuchet MS"/>
              </a:rPr>
              <a:t> </a:t>
            </a:r>
            <a:r>
              <a:rPr sz="1800" dirty="0">
                <a:solidFill>
                  <a:srgbClr val="404040"/>
                </a:solidFill>
                <a:latin typeface="MHWTFQ+Trebuchet MS"/>
                <a:cs typeface="MHWTFQ+Trebuchet MS"/>
              </a:rPr>
              <a:t>zápornými informáciami</a:t>
            </a:r>
          </a:p>
          <a:p>
            <a:pPr marL="0" marR="0">
              <a:lnSpc>
                <a:spcPts val="2090"/>
              </a:lnSpc>
              <a:spcBef>
                <a:spcPts val="863"/>
              </a:spcBef>
              <a:spcAft>
                <a:spcPts val="0"/>
              </a:spcAft>
            </a:pPr>
            <a:r>
              <a:rPr sz="1450" dirty="0">
                <a:solidFill>
                  <a:srgbClr val="5FCBEF"/>
                </a:solidFill>
                <a:latin typeface="FPBUOD+Trebuchet MS"/>
                <a:cs typeface="FPBUOD+Trebuchet MS"/>
              </a:rPr>
              <a:t>-</a:t>
            </a:r>
            <a:r>
              <a:rPr sz="1450" spc="1745" dirty="0">
                <a:solidFill>
                  <a:srgbClr val="5FCBEF"/>
                </a:solidFill>
                <a:latin typeface="FPBUOD+Trebuchet MS"/>
                <a:cs typeface="FPBUOD+Trebuchet MS"/>
              </a:rPr>
              <a:t> </a:t>
            </a:r>
            <a:r>
              <a:rPr sz="1800" spc="10" dirty="0">
                <a:solidFill>
                  <a:srgbClr val="404040"/>
                </a:solidFill>
                <a:latin typeface="FPBUOD+Trebuchet MS"/>
                <a:cs typeface="FPBUOD+Trebuchet MS"/>
              </a:rPr>
              <a:t>z</a:t>
            </a:r>
            <a:r>
              <a:rPr sz="1800" dirty="0">
                <a:solidFill>
                  <a:srgbClr val="404040"/>
                </a:solidFill>
                <a:latin typeface="MHWTFQ+Trebuchet MS"/>
                <a:cs typeface="MHWTFQ+Trebuchet MS"/>
              </a:rPr>
              <a:t>dieľanie</a:t>
            </a:r>
            <a:r>
              <a:rPr sz="1800" spc="17" dirty="0">
                <a:solidFill>
                  <a:srgbClr val="404040"/>
                </a:solidFill>
                <a:latin typeface="MHWTFQ+Trebuchet MS"/>
                <a:cs typeface="MHWTFQ+Trebuchet MS"/>
              </a:rPr>
              <a:t> </a:t>
            </a:r>
            <a:r>
              <a:rPr sz="1800" dirty="0">
                <a:solidFill>
                  <a:srgbClr val="404040"/>
                </a:solidFill>
                <a:latin typeface="MHWTFQ+Trebuchet MS"/>
                <a:cs typeface="MHWTFQ+Trebuchet MS"/>
              </a:rPr>
              <a:t>myšlienkových</a:t>
            </a:r>
            <a:r>
              <a:rPr sz="1800" spc="34" dirty="0">
                <a:solidFill>
                  <a:srgbClr val="404040"/>
                </a:solidFill>
                <a:latin typeface="MHWTFQ+Trebuchet MS"/>
                <a:cs typeface="MHWTFQ+Trebuchet MS"/>
              </a:rPr>
              <a:t> </a:t>
            </a:r>
            <a:r>
              <a:rPr sz="1800" dirty="0">
                <a:solidFill>
                  <a:srgbClr val="404040"/>
                </a:solidFill>
                <a:latin typeface="MHWTFQ+Trebuchet MS"/>
                <a:cs typeface="MHWTFQ+Trebuchet MS"/>
              </a:rPr>
              <a:t>stereotypov</a:t>
            </a:r>
          </a:p>
          <a:p>
            <a:pPr marL="0" marR="0">
              <a:lnSpc>
                <a:spcPts val="2090"/>
              </a:lnSpc>
              <a:spcBef>
                <a:spcPts val="811"/>
              </a:spcBef>
              <a:spcAft>
                <a:spcPts val="0"/>
              </a:spcAft>
            </a:pPr>
            <a:r>
              <a:rPr sz="1450" dirty="0">
                <a:solidFill>
                  <a:srgbClr val="5FCBEF"/>
                </a:solidFill>
                <a:latin typeface="FPBUOD+Trebuchet MS"/>
                <a:cs typeface="FPBUOD+Trebuchet MS"/>
              </a:rPr>
              <a:t>-</a:t>
            </a:r>
            <a:r>
              <a:rPr sz="1450" spc="1745" dirty="0">
                <a:solidFill>
                  <a:srgbClr val="5FCBEF"/>
                </a:solidFill>
                <a:latin typeface="FPBUOD+Trebuchet MS"/>
                <a:cs typeface="FPBUOD+Trebuchet MS"/>
              </a:rPr>
              <a:t> </a:t>
            </a:r>
            <a:r>
              <a:rPr sz="1800" dirty="0">
                <a:solidFill>
                  <a:srgbClr val="404040"/>
                </a:solidFill>
                <a:latin typeface="FPBUOD+Trebuchet MS"/>
                <a:cs typeface="FPBUOD+Trebuchet MS"/>
              </a:rPr>
              <a:t>s</a:t>
            </a:r>
            <a:r>
              <a:rPr sz="1800" dirty="0">
                <a:solidFill>
                  <a:srgbClr val="404040"/>
                </a:solidFill>
                <a:latin typeface="MHWTFQ+Trebuchet MS"/>
                <a:cs typeface="MHWTFQ+Trebuchet MS"/>
              </a:rPr>
              <a:t>tereotypizácia iných</a:t>
            </a:r>
            <a:r>
              <a:rPr sz="1800" spc="10" dirty="0">
                <a:solidFill>
                  <a:srgbClr val="404040"/>
                </a:solidFill>
                <a:latin typeface="MHWTFQ+Trebuchet MS"/>
                <a:cs typeface="MHWTFQ+Trebuchet MS"/>
              </a:rPr>
              <a:t> </a:t>
            </a:r>
            <a:r>
              <a:rPr sz="1800" dirty="0">
                <a:solidFill>
                  <a:srgbClr val="404040"/>
                </a:solidFill>
                <a:latin typeface="MHWTFQ+Trebuchet MS"/>
                <a:cs typeface="MHWTFQ+Trebuchet MS"/>
              </a:rPr>
              <a:t>skupín</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Theme Office">
  <a:themeElements>
    <a:clrScheme name="Standard">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tandard">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andard">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21897</TotalTime>
  <Words>899</Words>
  <Application>Microsoft Office PowerPoint</Application>
  <PresentationFormat>Širokouhlá</PresentationFormat>
  <Paragraphs>141</Paragraphs>
  <Slides>22</Slides>
  <Notes>0</Notes>
  <HiddenSlides>0</HiddenSlides>
  <MMClips>0</MMClips>
  <ScaleCrop>false</ScaleCrop>
  <HeadingPairs>
    <vt:vector size="6" baseType="variant">
      <vt:variant>
        <vt:lpstr>Použité písma</vt:lpstr>
      </vt:variant>
      <vt:variant>
        <vt:i4>9</vt:i4>
      </vt:variant>
      <vt:variant>
        <vt:lpstr>Motív</vt:lpstr>
      </vt:variant>
      <vt:variant>
        <vt:i4>1</vt:i4>
      </vt:variant>
      <vt:variant>
        <vt:lpstr>Nadpisy snímok</vt:lpstr>
      </vt:variant>
      <vt:variant>
        <vt:i4>22</vt:i4>
      </vt:variant>
    </vt:vector>
  </HeadingPairs>
  <TitlesOfParts>
    <vt:vector size="32" baseType="lpstr">
      <vt:lpstr>UOKHAD+Wingdings</vt:lpstr>
      <vt:lpstr>Calibri</vt:lpstr>
      <vt:lpstr>RBLPUO+Trebuchet MS Bold</vt:lpstr>
      <vt:lpstr>GIAWCR+Trebuchet MS Bold</vt:lpstr>
      <vt:lpstr>MHWTFQ+Trebuchet MS</vt:lpstr>
      <vt:lpstr>BAQUAG+Arial</vt:lpstr>
      <vt:lpstr>FPBUOD+Trebuchet MS</vt:lpstr>
      <vt:lpstr>LEIREG+Wingdings 3</vt:lpstr>
      <vt:lpstr>Times New Roman</vt:lpstr>
      <vt:lpstr>Theme Office</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PowerPoint</dc:title>
  <dc:creator>doc2pdf</dc:creator>
  <cp:lastModifiedBy>user ucebne</cp:lastModifiedBy>
  <cp:revision>37</cp:revision>
  <dcterms:modified xsi:type="dcterms:W3CDTF">2025-11-27T09:43:16Z</dcterms:modified>
</cp:coreProperties>
</file>