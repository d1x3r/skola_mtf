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99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AD2-A884-47CD-82EF-6EFABFE3E8A9}" type="datetimeFigureOut">
              <a:rPr lang="sk-SK" smtClean="0"/>
              <a:t>9.12.2025</a:t>
            </a:fld>
            <a:endParaRPr lang="sk-SK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B2B72-9D68-4385-B532-4329651D781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47204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AD2-A884-47CD-82EF-6EFABFE3E8A9}" type="datetimeFigureOut">
              <a:rPr lang="sk-SK" smtClean="0"/>
              <a:t>9.12.2025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B2B72-9D68-4385-B532-4329651D7813}" type="slidenum">
              <a:rPr lang="sk-SK" smtClean="0"/>
              <a:t>‹#›</a:t>
            </a:fld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1669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AD2-A884-47CD-82EF-6EFABFE3E8A9}" type="datetimeFigureOut">
              <a:rPr lang="sk-SK" smtClean="0"/>
              <a:t>9.12.2025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B2B72-9D68-4385-B532-4329651D7813}" type="slidenum">
              <a:rPr lang="sk-SK" smtClean="0"/>
              <a:t>‹#›</a:t>
            </a:fld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9310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AD2-A884-47CD-82EF-6EFABFE3E8A9}" type="datetimeFigureOut">
              <a:rPr lang="sk-SK" smtClean="0"/>
              <a:t>9.12.2025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B2B72-9D68-4385-B532-4329651D7813}" type="slidenum">
              <a:rPr lang="sk-SK" smtClean="0"/>
              <a:t>‹#›</a:t>
            </a:fld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41336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AD2-A884-47CD-82EF-6EFABFE3E8A9}" type="datetimeFigureOut">
              <a:rPr lang="sk-SK" smtClean="0"/>
              <a:t>9.12.2025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B2B72-9D68-4385-B532-4329651D7813}" type="slidenum">
              <a:rPr lang="sk-SK" smtClean="0"/>
              <a:t>‹#›</a:t>
            </a:fld>
            <a:endParaRPr lang="sk-SK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3403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AD2-A884-47CD-82EF-6EFABFE3E8A9}" type="datetimeFigureOut">
              <a:rPr lang="sk-SK" smtClean="0"/>
              <a:t>9.12.2025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B2B72-9D68-4385-B532-4329651D7813}" type="slidenum">
              <a:rPr lang="sk-SK" smtClean="0"/>
              <a:t>‹#›</a:t>
            </a:fld>
            <a:endParaRPr lang="sk-SK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6667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AD2-A884-47CD-82EF-6EFABFE3E8A9}" type="datetimeFigureOut">
              <a:rPr lang="sk-SK" smtClean="0"/>
              <a:t>9.12.2025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B2B72-9D68-4385-B532-4329651D7813}" type="slidenum">
              <a:rPr lang="sk-SK" smtClean="0"/>
              <a:t>‹#›</a:t>
            </a:fld>
            <a:endParaRPr lang="sk-SK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59076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AD2-A884-47CD-82EF-6EFABFE3E8A9}" type="datetimeFigureOut">
              <a:rPr lang="sk-SK" smtClean="0"/>
              <a:t>9.12.2025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B2B72-9D68-4385-B532-4329651D781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3582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AD2-A884-47CD-82EF-6EFABFE3E8A9}" type="datetimeFigureOut">
              <a:rPr lang="sk-SK" smtClean="0"/>
              <a:t>9.12.2025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B2B72-9D68-4385-B532-4329651D781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93728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AD2-A884-47CD-82EF-6EFABFE3E8A9}" type="datetimeFigureOut">
              <a:rPr lang="sk-SK" smtClean="0"/>
              <a:t>9.12.2025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B2B72-9D68-4385-B532-4329651D7813}" type="slidenum">
              <a:rPr lang="sk-SK" smtClean="0"/>
              <a:t>‹#›</a:t>
            </a:fld>
            <a:endParaRPr lang="sk-SK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7696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C1AD2-A884-47CD-82EF-6EFABFE3E8A9}" type="datetimeFigureOut">
              <a:rPr lang="sk-SK" smtClean="0"/>
              <a:t>9.12.2025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B2B72-9D68-4385-B532-4329651D7813}" type="slidenum">
              <a:rPr lang="sk-SK" smtClean="0"/>
              <a:t>‹#›</a:t>
            </a:fld>
            <a:endParaRPr lang="sk-SK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19983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851C1AD2-A884-47CD-82EF-6EFABFE3E8A9}" type="datetimeFigureOut">
              <a:rPr lang="sk-SK" smtClean="0"/>
              <a:t>9.12.2025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505B2B72-9D68-4385-B532-4329651D7813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1821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A48BD4-5DBC-DFC4-C6EB-8EFEABC3F7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SEMAFOR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C2288C6D-69EB-6F26-7A33-26B97D77251F}"/>
              </a:ext>
            </a:extLst>
          </p:cNvPr>
          <p:cNvSpPr txBox="1"/>
          <p:nvPr/>
        </p:nvSpPr>
        <p:spPr>
          <a:xfrm>
            <a:off x="1261872" y="5729716"/>
            <a:ext cx="4799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Vypracovali: Aleš Hrehuš, Tomáš </a:t>
            </a:r>
            <a:r>
              <a:rPr lang="sk-SK" dirty="0" err="1"/>
              <a:t>Nyulassy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394080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925A34-F350-CDD1-3D89-31605E00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Slovne zadanie/fotka modelu</a:t>
            </a:r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EF2CE8ED-3363-4E95-98DE-58CF9A1F6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5571" y="2623605"/>
            <a:ext cx="4360429" cy="3239487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05A46909-104E-152F-DA63-9F0C45C61E9D}"/>
              </a:ext>
            </a:extLst>
          </p:cNvPr>
          <p:cNvSpPr txBox="1"/>
          <p:nvPr/>
        </p:nvSpPr>
        <p:spPr>
          <a:xfrm>
            <a:off x="1261872" y="1691322"/>
            <a:ext cx="58015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/>
              <a:t>Zadanie: </a:t>
            </a:r>
          </a:p>
          <a:p>
            <a:r>
              <a:rPr lang="sk-SK" dirty="0"/>
              <a:t>	- naprogramovať simulátor svetelnej križovatky </a:t>
            </a:r>
          </a:p>
          <a:p>
            <a:r>
              <a:rPr lang="sk-SK" dirty="0"/>
              <a:t>Fotka: </a:t>
            </a:r>
          </a:p>
        </p:txBody>
      </p:sp>
    </p:spTree>
    <p:extLst>
      <p:ext uri="{BB962C8B-B14F-4D97-AF65-F5344CB8AC3E}">
        <p14:creationId xmlns:p14="http://schemas.microsoft.com/office/powerpoint/2010/main" val="3093902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6B5710-2C05-0C58-4D48-CB94F4B3D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Hardverová</a:t>
            </a:r>
            <a:r>
              <a:rPr lang="sk-SK" dirty="0"/>
              <a:t> konfigurácia PLC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93BB02-F955-433A-8D37-6FAA0B913C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62063" y="2034845"/>
            <a:ext cx="8594725" cy="393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408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FB5069-DED7-2190-931E-BC8B50CA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PLC </a:t>
            </a:r>
            <a:r>
              <a:rPr lang="sk-SK" dirty="0" err="1"/>
              <a:t>tags</a:t>
            </a:r>
            <a:endParaRPr lang="sk-SK" dirty="0"/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487DBAFF-9E3E-6198-7377-B346086D7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1337" y="1828800"/>
            <a:ext cx="74761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463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8E24-FAAB-F37C-66E6-F28D66B38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6BA46E-DAA2-7A28-1B52-811EEBBE9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PLC </a:t>
            </a:r>
            <a:r>
              <a:rPr lang="sk-SK" dirty="0" err="1"/>
              <a:t>tags</a:t>
            </a:r>
            <a:endParaRPr lang="sk-SK" dirty="0"/>
          </a:p>
        </p:txBody>
      </p:sp>
      <p:pic>
        <p:nvPicPr>
          <p:cNvPr id="10" name="Zástupný objekt pre obsah 6">
            <a:extLst>
              <a:ext uri="{FF2B5EF4-FFF2-40B4-BE49-F238E27FC236}">
                <a16:creationId xmlns:a16="http://schemas.microsoft.com/office/drawing/2014/main" id="{6D07609A-9B8D-47FA-8494-0915CF3AB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862" y="1817689"/>
            <a:ext cx="7476177" cy="197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76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1DE84F-40EA-1B0F-5D49-26A400BF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OB1 [</a:t>
            </a:r>
            <a:r>
              <a:rPr lang="sk-SK" dirty="0" err="1"/>
              <a:t>main</a:t>
            </a:r>
            <a:r>
              <a:rPr lang="sk-SK" dirty="0"/>
              <a:t>]</a:t>
            </a:r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7527A9F7-0360-F904-9B65-99DAFD8475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9526" y="2199229"/>
            <a:ext cx="6439799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99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045B2-A878-1F37-B973-CA8C60FB5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6DACCB-4DEB-F1AA-937E-90D9946E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OB1 [</a:t>
            </a:r>
            <a:r>
              <a:rPr lang="sk-SK" dirty="0" err="1"/>
              <a:t>main</a:t>
            </a:r>
            <a:r>
              <a:rPr lang="sk-SK" dirty="0"/>
              <a:t>]</a:t>
            </a:r>
          </a:p>
        </p:txBody>
      </p:sp>
      <p:pic>
        <p:nvPicPr>
          <p:cNvPr id="11" name="Zástupný objekt pre obsah 10">
            <a:extLst>
              <a:ext uri="{FF2B5EF4-FFF2-40B4-BE49-F238E27FC236}">
                <a16:creationId xmlns:a16="http://schemas.microsoft.com/office/drawing/2014/main" id="{0802DF0B-E860-84B9-6CAC-AA8BB019E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8422" y="1828800"/>
            <a:ext cx="7062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742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DBA6C-C835-E8DD-3138-3995433C2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800DB2-9983-D884-E467-19EF37CC9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OB1 [</a:t>
            </a:r>
            <a:r>
              <a:rPr lang="sk-SK" dirty="0" err="1"/>
              <a:t>main</a:t>
            </a:r>
            <a:r>
              <a:rPr lang="sk-SK" dirty="0"/>
              <a:t>]</a:t>
            </a:r>
          </a:p>
        </p:txBody>
      </p:sp>
      <p:pic>
        <p:nvPicPr>
          <p:cNvPr id="6" name="Zástupný objekt pre obsah 5">
            <a:extLst>
              <a:ext uri="{FF2B5EF4-FFF2-40B4-BE49-F238E27FC236}">
                <a16:creationId xmlns:a16="http://schemas.microsoft.com/office/drawing/2014/main" id="{B6525C71-8BE6-B7D2-447E-4A1188AB3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5123" y="1828800"/>
            <a:ext cx="64486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042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F7529-3A1B-FD76-C3E3-A107257A1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D23711-B0C2-E4A1-2BCA-B6994AA00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OB1 [</a:t>
            </a:r>
            <a:r>
              <a:rPr lang="sk-SK" dirty="0" err="1"/>
              <a:t>main</a:t>
            </a:r>
            <a:r>
              <a:rPr lang="sk-SK" dirty="0"/>
              <a:t>]</a:t>
            </a:r>
          </a:p>
        </p:txBody>
      </p:sp>
      <p:pic>
        <p:nvPicPr>
          <p:cNvPr id="7" name="Zástupný objekt pre obsah 6">
            <a:extLst>
              <a:ext uri="{FF2B5EF4-FFF2-40B4-BE49-F238E27FC236}">
                <a16:creationId xmlns:a16="http://schemas.microsoft.com/office/drawing/2014/main" id="{03FFA204-FADC-3CA6-7015-9C58E675F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5705" y="1647873"/>
            <a:ext cx="6758645" cy="493531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04CCA0A5-B69A-C6B7-A33B-6298FD2F5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704" y="2141405"/>
            <a:ext cx="6758646" cy="426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679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7D721-2C08-24A9-C4D5-AF440D725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0ECFFB-DF16-0AAD-9395-EEF598B2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OB1 [</a:t>
            </a:r>
            <a:r>
              <a:rPr lang="sk-SK" dirty="0" err="1"/>
              <a:t>main</a:t>
            </a:r>
            <a:r>
              <a:rPr lang="sk-SK" dirty="0"/>
              <a:t>]</a:t>
            </a:r>
          </a:p>
        </p:txBody>
      </p:sp>
      <p:pic>
        <p:nvPicPr>
          <p:cNvPr id="10" name="Zástupný objekt pre obsah 9">
            <a:extLst>
              <a:ext uri="{FF2B5EF4-FFF2-40B4-BE49-F238E27FC236}">
                <a16:creationId xmlns:a16="http://schemas.microsoft.com/office/drawing/2014/main" id="{D7863D98-5D6D-E762-8190-C94DD57AD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2" y="1866246"/>
            <a:ext cx="8594725" cy="200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50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2011D-2AC3-6F93-C298-079CA261F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F68228-ECD3-4BC8-1226-13EF2A0D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OB35 [CYC_INT5]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150CE949-6177-4F03-88BA-67532358A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2464972"/>
            <a:ext cx="9116697" cy="2972215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15930924-C7F6-7F77-9EE7-9CCF2FB16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1902919"/>
            <a:ext cx="9088118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38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120E89-DF80-9CC5-9171-C7222AC63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OB10 [TOD_INT0]</a:t>
            </a:r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FBC6FA30-46FB-1BE8-ABE6-177A36D181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2" y="1691322"/>
            <a:ext cx="8594725" cy="128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172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2EC0C6-AF37-577C-7C49-5E627785F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FC1 [</a:t>
            </a:r>
            <a:r>
              <a:rPr lang="sk-SK" dirty="0" err="1"/>
              <a:t>orange</a:t>
            </a:r>
            <a:r>
              <a:rPr lang="sk-SK" dirty="0"/>
              <a:t>]</a:t>
            </a:r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B0511D16-A7B4-FFE0-B54C-3AA472D02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1872" y="1691322"/>
            <a:ext cx="8594725" cy="186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860951"/>
      </p:ext>
    </p:extLst>
  </p:cSld>
  <p:clrMapOvr>
    <a:masterClrMapping/>
  </p:clrMapOvr>
</p:sld>
</file>

<file path=ppt/theme/theme1.xml><?xml version="1.0" encoding="utf-8"?>
<a:theme xmlns:a="http://schemas.openxmlformats.org/drawingml/2006/main" name="Pohľa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hľad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ohľad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TM03457515[[fn=Pohľad]]</Template>
  <TotalTime>57</TotalTime>
  <Words>66</Words>
  <Application>Microsoft Office PowerPoint</Application>
  <PresentationFormat>Širokouhlá</PresentationFormat>
  <Paragraphs>17</Paragraphs>
  <Slides>13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13</vt:i4>
      </vt:variant>
    </vt:vector>
  </HeadingPairs>
  <TitlesOfParts>
    <vt:vector size="17" baseType="lpstr">
      <vt:lpstr>Arial</vt:lpstr>
      <vt:lpstr>Century Schoolbook</vt:lpstr>
      <vt:lpstr>Wingdings 2</vt:lpstr>
      <vt:lpstr>Pohľad</vt:lpstr>
      <vt:lpstr>SEMAFOR</vt:lpstr>
      <vt:lpstr>Slovne zadanie/fotka modelu</vt:lpstr>
      <vt:lpstr>Hardverová konfigurácia PLC </vt:lpstr>
      <vt:lpstr>PLC tags</vt:lpstr>
      <vt:lpstr>PLC tags</vt:lpstr>
      <vt:lpstr>OB1 [main]</vt:lpstr>
      <vt:lpstr>OB1 [main]</vt:lpstr>
      <vt:lpstr>OB1 [main]</vt:lpstr>
      <vt:lpstr>OB1 [main]</vt:lpstr>
      <vt:lpstr>OB1 [main]</vt:lpstr>
      <vt:lpstr>OB35 [CYC_INT5]</vt:lpstr>
      <vt:lpstr>OB10 [TOD_INT0]</vt:lpstr>
      <vt:lpstr>FC1 [orange]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 hrehus</dc:creator>
  <cp:lastModifiedBy>ales hrehus</cp:lastModifiedBy>
  <cp:revision>2</cp:revision>
  <dcterms:created xsi:type="dcterms:W3CDTF">2025-12-09T18:34:57Z</dcterms:created>
  <dcterms:modified xsi:type="dcterms:W3CDTF">2025-12-09T19:32:07Z</dcterms:modified>
</cp:coreProperties>
</file>